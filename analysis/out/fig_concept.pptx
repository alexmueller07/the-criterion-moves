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1737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8033"/>
            <a:ext cx="914400" cy="1349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Times New Roman"/>
              </a:rPr>
              <a:t>(a)</a:t>
            </a:r>
            <a:r>
              <a:rPr sz="850" b="0" i="0">
                <a:solidFill>
                  <a:srgbClr val="1A1A1A"/>
                </a:solidFill>
                <a:latin typeface="Times New Roman"/>
              </a:rPr>
              <a:t> POPE responses</a:t>
            </a:r>
          </a:p>
        </p:txBody>
      </p:sp>
      <p:pic>
        <p:nvPicPr>
          <p:cNvPr id="3" name="Picture 2" descr="pope_COCO_val2014_0000002834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228600"/>
            <a:ext cx="658368" cy="4389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" y="228600"/>
            <a:ext cx="658368" cy="438912"/>
          </a:xfrm>
          <a:prstGeom prst="rect">
            <a:avLst/>
          </a:prstGeom>
          <a:noFill/>
          <a:ln w="6350">
            <a:solidFill>
              <a:srgbClr val="C9CED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0664" y="223329"/>
            <a:ext cx="627507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068"/>
                </a:solidFill>
                <a:latin typeface="Times New Roman"/>
              </a:rPr>
              <a:t>POPE asks, e.g.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329089"/>
            <a:ext cx="714375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“Is there a dog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434245"/>
            <a:ext cx="515493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the image?”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561657"/>
            <a:ext cx="930402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068"/>
                </a:solidFill>
                <a:latin typeface="Times New Roman"/>
              </a:rPr>
              <a:t>Half present, half 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327" y="703993"/>
            <a:ext cx="610362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072B2"/>
                </a:solidFill>
                <a:latin typeface="Times New Roman"/>
              </a:rPr>
              <a:t>Object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138" y="703993"/>
            <a:ext cx="58064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7D8590"/>
                </a:solidFill>
                <a:latin typeface="Times New Roman"/>
              </a:rPr>
              <a:t>Object 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707962"/>
            <a:ext cx="33147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068"/>
                </a:solidFill>
                <a:latin typeface="Times New Roman"/>
              </a:rP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3" y="914305"/>
            <a:ext cx="193167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Times New Roman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91" y="1197769"/>
            <a:ext cx="171450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Times New Roman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850392"/>
            <a:ext cx="722376" cy="246888"/>
          </a:xfrm>
          <a:prstGeom prst="roundRect">
            <a:avLst>
              <a:gd name="adj" fmla="val 12962"/>
            </a:avLst>
          </a:prstGeom>
          <a:solidFill>
            <a:srgbClr val="E4EEF7"/>
          </a:solidFill>
          <a:ln w="8890">
            <a:solidFill>
              <a:srgbClr val="0072B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1782" y="868585"/>
            <a:ext cx="187452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72B2"/>
                </a:solidFill>
                <a:latin typeface="Times New Roman"/>
              </a:rPr>
              <a:t>Hit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973138"/>
            <a:ext cx="448056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dog: “Yes”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" y="850392"/>
            <a:ext cx="722376" cy="246888"/>
          </a:xfrm>
          <a:prstGeom prst="roundRect">
            <a:avLst>
              <a:gd name="adj" fmla="val 12962"/>
            </a:avLst>
          </a:prstGeom>
          <a:solidFill>
            <a:srgbClr val="FBE6DA"/>
          </a:solidFill>
          <a:ln w="8890">
            <a:solidFill>
              <a:srgbClr val="D55E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27569" y="868585"/>
            <a:ext cx="533781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D55E00"/>
                </a:solidFill>
                <a:latin typeface="Times New Roman"/>
              </a:rPr>
              <a:t>False alarm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8143" y="973138"/>
            <a:ext cx="492633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book: “Yes”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1133856"/>
            <a:ext cx="722376" cy="246888"/>
          </a:xfrm>
          <a:prstGeom prst="roundRect">
            <a:avLst>
              <a:gd name="adj" fmla="val 12962"/>
            </a:avLst>
          </a:prstGeom>
          <a:solidFill>
            <a:srgbClr val="F3F4F6"/>
          </a:solidFill>
          <a:ln w="8890">
            <a:solidFill>
              <a:srgbClr val="C9CED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5493" y="1152049"/>
            <a:ext cx="240030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Times New Roman"/>
              </a:rPr>
              <a:t>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053" y="1256602"/>
            <a:ext cx="42291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bed: “No”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" y="1133856"/>
            <a:ext cx="722376" cy="246888"/>
          </a:xfrm>
          <a:prstGeom prst="roundRect">
            <a:avLst>
              <a:gd name="adj" fmla="val 12962"/>
            </a:avLst>
          </a:prstGeom>
          <a:solidFill>
            <a:srgbClr val="F3F4F6"/>
          </a:solidFill>
          <a:ln w="8890">
            <a:solidFill>
              <a:srgbClr val="C9CED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988" y="1152049"/>
            <a:ext cx="702945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Times New Roman"/>
              </a:rPr>
              <a:t>Correct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145" y="1256602"/>
            <a:ext cx="46863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chair: “No”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1522381"/>
            <a:ext cx="201168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1">
                <a:solidFill>
                  <a:srgbClr val="1A1A1A"/>
                </a:solidFill>
                <a:latin typeface="Times New Roman"/>
              </a:rPr>
              <a:t>H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1464170"/>
            <a:ext cx="18288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hits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361" y="1588529"/>
            <a:ext cx="313182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present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1505" y="1581912"/>
            <a:ext cx="294894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38403" y="1522381"/>
            <a:ext cx="241173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  <a:latin typeface="Times New Roman"/>
              </a:rPr>
              <a:t>FA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9868" y="1464170"/>
            <a:ext cx="484632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false alarms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9881" y="1588529"/>
            <a:ext cx="284607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absent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39012" y="1581912"/>
            <a:ext cx="466344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1865376" y="-8033"/>
            <a:ext cx="1723644" cy="1349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Times New Roman"/>
              </a:rPr>
              <a:t>(b)</a:t>
            </a:r>
            <a:r>
              <a:rPr sz="850" b="0" i="0">
                <a:solidFill>
                  <a:srgbClr val="1A1A1A"/>
                </a:solidFill>
                <a:latin typeface="Times New Roman"/>
              </a:rPr>
              <a:t> Same accuracy, different responses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65376" y="132493"/>
            <a:ext cx="1362456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Discriminability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d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′ =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z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(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H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) −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z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(FA)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65376" y="237649"/>
            <a:ext cx="1240155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Criterion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c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= −½[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z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(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H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) +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z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(FA)]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150876"/>
            <a:ext cx="137160" cy="64008"/>
          </a:xfrm>
          <a:prstGeom prst="rect">
            <a:avLst/>
          </a:prstGeom>
          <a:solidFill>
            <a:srgbClr val="7D8590">
              <a:alpha val="45000"/>
            </a:srgbClr>
          </a:solidFill>
          <a:ln w="7620">
            <a:solidFill>
              <a:srgbClr val="7D85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123349"/>
            <a:ext cx="58064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Object absent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54203"/>
            <a:ext cx="137160" cy="64008"/>
          </a:xfrm>
          <a:prstGeom prst="rect">
            <a:avLst/>
          </a:prstGeom>
          <a:solidFill>
            <a:srgbClr val="0072B2">
              <a:alpha val="45000"/>
            </a:srgbClr>
          </a:solidFill>
          <a:ln w="762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226676"/>
            <a:ext cx="610362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Object present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57530"/>
            <a:ext cx="137160" cy="64008"/>
          </a:xfrm>
          <a:prstGeom prst="rect">
            <a:avLst/>
          </a:prstGeom>
          <a:solidFill>
            <a:srgbClr val="D55E00">
              <a:alpha val="75000"/>
            </a:srgbClr>
          </a:solidFill>
          <a:ln w="762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1568" y="330003"/>
            <a:ext cx="538353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Times New Roman"/>
              </a:rPr>
              <a:t>False alarms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35658" y="558895"/>
            <a:ext cx="132588" cy="1349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Times New Roman"/>
              </a:rPr>
              <a:t>A</a:t>
            </a:r>
          </a:p>
        </p:txBody>
      </p:sp>
      <p:sp>
        <p:nvSpPr>
          <p:cNvPr id="44" name="Freeform 43"/>
          <p:cNvSpPr/>
          <p:nvPr/>
        </p:nvSpPr>
        <p:spPr>
          <a:xfrm>
            <a:off x="1993392" y="554061"/>
            <a:ext cx="1133856" cy="264769"/>
          </a:xfrm>
          <a:custGeom>
            <a:avLst/>
            <a:gdLst/>
            <a:ahLst/>
            <a:cxnLst/>
            <a:rect l="l" t="t" r="r" b="b"/>
            <a:pathLst>
              <a:path w="1133856" h="264769">
                <a:moveTo>
                  <a:pt x="0" y="264769"/>
                </a:moveTo>
                <a:lnTo>
                  <a:pt x="0" y="264190"/>
                </a:lnTo>
                <a:lnTo>
                  <a:pt x="4724" y="264119"/>
                </a:lnTo>
                <a:lnTo>
                  <a:pt x="9449" y="264040"/>
                </a:lnTo>
                <a:lnTo>
                  <a:pt x="14173" y="263952"/>
                </a:lnTo>
                <a:lnTo>
                  <a:pt x="18898" y="263854"/>
                </a:lnTo>
                <a:lnTo>
                  <a:pt x="23622" y="263746"/>
                </a:lnTo>
                <a:lnTo>
                  <a:pt x="28346" y="263626"/>
                </a:lnTo>
                <a:lnTo>
                  <a:pt x="33071" y="263494"/>
                </a:lnTo>
                <a:lnTo>
                  <a:pt x="37795" y="263348"/>
                </a:lnTo>
                <a:lnTo>
                  <a:pt x="42520" y="263187"/>
                </a:lnTo>
                <a:lnTo>
                  <a:pt x="47244" y="263010"/>
                </a:lnTo>
                <a:lnTo>
                  <a:pt x="51968" y="262815"/>
                </a:lnTo>
                <a:lnTo>
                  <a:pt x="56693" y="262601"/>
                </a:lnTo>
                <a:lnTo>
                  <a:pt x="61417" y="262367"/>
                </a:lnTo>
                <a:lnTo>
                  <a:pt x="66142" y="262110"/>
                </a:lnTo>
                <a:lnTo>
                  <a:pt x="70866" y="261828"/>
                </a:lnTo>
                <a:lnTo>
                  <a:pt x="75590" y="261521"/>
                </a:lnTo>
                <a:lnTo>
                  <a:pt x="80315" y="261185"/>
                </a:lnTo>
                <a:lnTo>
                  <a:pt x="85039" y="260819"/>
                </a:lnTo>
                <a:lnTo>
                  <a:pt x="89764" y="260420"/>
                </a:lnTo>
                <a:lnTo>
                  <a:pt x="94488" y="259987"/>
                </a:lnTo>
                <a:lnTo>
                  <a:pt x="99212" y="259516"/>
                </a:lnTo>
                <a:lnTo>
                  <a:pt x="103937" y="259005"/>
                </a:lnTo>
                <a:lnTo>
                  <a:pt x="108661" y="258452"/>
                </a:lnTo>
                <a:lnTo>
                  <a:pt x="113386" y="257853"/>
                </a:lnTo>
                <a:lnTo>
                  <a:pt x="118110" y="257206"/>
                </a:lnTo>
                <a:lnTo>
                  <a:pt x="122834" y="256508"/>
                </a:lnTo>
                <a:lnTo>
                  <a:pt x="127559" y="255755"/>
                </a:lnTo>
                <a:lnTo>
                  <a:pt x="132283" y="254944"/>
                </a:lnTo>
                <a:lnTo>
                  <a:pt x="137008" y="254072"/>
                </a:lnTo>
                <a:lnTo>
                  <a:pt x="141732" y="253136"/>
                </a:lnTo>
                <a:lnTo>
                  <a:pt x="146456" y="252132"/>
                </a:lnTo>
                <a:lnTo>
                  <a:pt x="151181" y="251057"/>
                </a:lnTo>
                <a:lnTo>
                  <a:pt x="155905" y="249907"/>
                </a:lnTo>
                <a:lnTo>
                  <a:pt x="160630" y="248678"/>
                </a:lnTo>
                <a:lnTo>
                  <a:pt x="165354" y="247367"/>
                </a:lnTo>
                <a:lnTo>
                  <a:pt x="170078" y="245969"/>
                </a:lnTo>
                <a:lnTo>
                  <a:pt x="174803" y="244483"/>
                </a:lnTo>
                <a:lnTo>
                  <a:pt x="179527" y="242903"/>
                </a:lnTo>
                <a:lnTo>
                  <a:pt x="184252" y="241226"/>
                </a:lnTo>
                <a:lnTo>
                  <a:pt x="188976" y="239448"/>
                </a:lnTo>
                <a:lnTo>
                  <a:pt x="193700" y="237567"/>
                </a:lnTo>
                <a:lnTo>
                  <a:pt x="198425" y="235579"/>
                </a:lnTo>
                <a:lnTo>
                  <a:pt x="203149" y="233479"/>
                </a:lnTo>
                <a:lnTo>
                  <a:pt x="207874" y="231266"/>
                </a:lnTo>
                <a:lnTo>
                  <a:pt x="212598" y="228937"/>
                </a:lnTo>
                <a:lnTo>
                  <a:pt x="217322" y="226488"/>
                </a:lnTo>
                <a:lnTo>
                  <a:pt x="222047" y="223917"/>
                </a:lnTo>
                <a:lnTo>
                  <a:pt x="226771" y="221222"/>
                </a:lnTo>
                <a:lnTo>
                  <a:pt x="231496" y="218400"/>
                </a:lnTo>
                <a:lnTo>
                  <a:pt x="236220" y="215451"/>
                </a:lnTo>
                <a:lnTo>
                  <a:pt x="240944" y="212372"/>
                </a:lnTo>
                <a:lnTo>
                  <a:pt x="245669" y="209163"/>
                </a:lnTo>
                <a:lnTo>
                  <a:pt x="250393" y="205823"/>
                </a:lnTo>
                <a:lnTo>
                  <a:pt x="255118" y="202351"/>
                </a:lnTo>
                <a:lnTo>
                  <a:pt x="259842" y="198749"/>
                </a:lnTo>
                <a:lnTo>
                  <a:pt x="264566" y="195016"/>
                </a:lnTo>
                <a:lnTo>
                  <a:pt x="269291" y="191154"/>
                </a:lnTo>
                <a:lnTo>
                  <a:pt x="274015" y="187164"/>
                </a:lnTo>
                <a:lnTo>
                  <a:pt x="278740" y="183049"/>
                </a:lnTo>
                <a:lnTo>
                  <a:pt x="283464" y="178812"/>
                </a:lnTo>
                <a:lnTo>
                  <a:pt x="288188" y="174455"/>
                </a:lnTo>
                <a:lnTo>
                  <a:pt x="292913" y="169982"/>
                </a:lnTo>
                <a:lnTo>
                  <a:pt x="297637" y="165399"/>
                </a:lnTo>
                <a:lnTo>
                  <a:pt x="302362" y="160709"/>
                </a:lnTo>
                <a:lnTo>
                  <a:pt x="307086" y="155920"/>
                </a:lnTo>
                <a:lnTo>
                  <a:pt x="311810" y="151036"/>
                </a:lnTo>
                <a:lnTo>
                  <a:pt x="316535" y="146065"/>
                </a:lnTo>
                <a:lnTo>
                  <a:pt x="321259" y="141015"/>
                </a:lnTo>
                <a:lnTo>
                  <a:pt x="325984" y="135893"/>
                </a:lnTo>
                <a:lnTo>
                  <a:pt x="330708" y="130707"/>
                </a:lnTo>
                <a:lnTo>
                  <a:pt x="335432" y="125469"/>
                </a:lnTo>
                <a:lnTo>
                  <a:pt x="340157" y="120186"/>
                </a:lnTo>
                <a:lnTo>
                  <a:pt x="344881" y="114869"/>
                </a:lnTo>
                <a:lnTo>
                  <a:pt x="349606" y="109530"/>
                </a:lnTo>
                <a:lnTo>
                  <a:pt x="354330" y="104179"/>
                </a:lnTo>
                <a:lnTo>
                  <a:pt x="359054" y="98828"/>
                </a:lnTo>
                <a:lnTo>
                  <a:pt x="363779" y="93489"/>
                </a:lnTo>
                <a:lnTo>
                  <a:pt x="368503" y="88175"/>
                </a:lnTo>
                <a:lnTo>
                  <a:pt x="373228" y="82898"/>
                </a:lnTo>
                <a:lnTo>
                  <a:pt x="377952" y="77671"/>
                </a:lnTo>
                <a:lnTo>
                  <a:pt x="382676" y="72508"/>
                </a:lnTo>
                <a:lnTo>
                  <a:pt x="387401" y="67421"/>
                </a:lnTo>
                <a:lnTo>
                  <a:pt x="392125" y="62426"/>
                </a:lnTo>
                <a:lnTo>
                  <a:pt x="396850" y="57534"/>
                </a:lnTo>
                <a:lnTo>
                  <a:pt x="401574" y="52759"/>
                </a:lnTo>
                <a:lnTo>
                  <a:pt x="406298" y="48115"/>
                </a:lnTo>
                <a:lnTo>
                  <a:pt x="411023" y="43616"/>
                </a:lnTo>
                <a:lnTo>
                  <a:pt x="415747" y="39274"/>
                </a:lnTo>
                <a:lnTo>
                  <a:pt x="420472" y="35101"/>
                </a:lnTo>
                <a:lnTo>
                  <a:pt x="425196" y="31112"/>
                </a:lnTo>
                <a:lnTo>
                  <a:pt x="429920" y="27317"/>
                </a:lnTo>
                <a:lnTo>
                  <a:pt x="434645" y="23728"/>
                </a:lnTo>
                <a:lnTo>
                  <a:pt x="439369" y="20357"/>
                </a:lnTo>
                <a:lnTo>
                  <a:pt x="444094" y="17214"/>
                </a:lnTo>
                <a:lnTo>
                  <a:pt x="448818" y="14309"/>
                </a:lnTo>
                <a:lnTo>
                  <a:pt x="453542" y="11651"/>
                </a:lnTo>
                <a:lnTo>
                  <a:pt x="458267" y="9249"/>
                </a:lnTo>
                <a:lnTo>
                  <a:pt x="462991" y="7111"/>
                </a:lnTo>
                <a:lnTo>
                  <a:pt x="467716" y="5243"/>
                </a:lnTo>
                <a:lnTo>
                  <a:pt x="472440" y="3652"/>
                </a:lnTo>
                <a:lnTo>
                  <a:pt x="477164" y="2344"/>
                </a:lnTo>
                <a:lnTo>
                  <a:pt x="481889" y="1321"/>
                </a:lnTo>
                <a:lnTo>
                  <a:pt x="486613" y="588"/>
                </a:lnTo>
                <a:lnTo>
                  <a:pt x="491338" y="148"/>
                </a:lnTo>
                <a:lnTo>
                  <a:pt x="496062" y="0"/>
                </a:lnTo>
                <a:lnTo>
                  <a:pt x="500786" y="148"/>
                </a:lnTo>
                <a:lnTo>
                  <a:pt x="505511" y="588"/>
                </a:lnTo>
                <a:lnTo>
                  <a:pt x="510235" y="1321"/>
                </a:lnTo>
                <a:lnTo>
                  <a:pt x="514960" y="2344"/>
                </a:lnTo>
                <a:lnTo>
                  <a:pt x="519684" y="3652"/>
                </a:lnTo>
                <a:lnTo>
                  <a:pt x="524408" y="5243"/>
                </a:lnTo>
                <a:lnTo>
                  <a:pt x="529133" y="7111"/>
                </a:lnTo>
                <a:lnTo>
                  <a:pt x="533857" y="9249"/>
                </a:lnTo>
                <a:lnTo>
                  <a:pt x="538582" y="11651"/>
                </a:lnTo>
                <a:lnTo>
                  <a:pt x="543306" y="14309"/>
                </a:lnTo>
                <a:lnTo>
                  <a:pt x="548030" y="17214"/>
                </a:lnTo>
                <a:lnTo>
                  <a:pt x="552755" y="20357"/>
                </a:lnTo>
                <a:lnTo>
                  <a:pt x="557479" y="23728"/>
                </a:lnTo>
                <a:lnTo>
                  <a:pt x="562204" y="27317"/>
                </a:lnTo>
                <a:lnTo>
                  <a:pt x="566928" y="31112"/>
                </a:lnTo>
                <a:lnTo>
                  <a:pt x="571652" y="35101"/>
                </a:lnTo>
                <a:lnTo>
                  <a:pt x="576377" y="39274"/>
                </a:lnTo>
                <a:lnTo>
                  <a:pt x="581101" y="43616"/>
                </a:lnTo>
                <a:lnTo>
                  <a:pt x="585826" y="48115"/>
                </a:lnTo>
                <a:lnTo>
                  <a:pt x="590550" y="52759"/>
                </a:lnTo>
                <a:lnTo>
                  <a:pt x="595274" y="57534"/>
                </a:lnTo>
                <a:lnTo>
                  <a:pt x="599999" y="62426"/>
                </a:lnTo>
                <a:lnTo>
                  <a:pt x="604723" y="67421"/>
                </a:lnTo>
                <a:lnTo>
                  <a:pt x="609448" y="72508"/>
                </a:lnTo>
                <a:lnTo>
                  <a:pt x="614172" y="77671"/>
                </a:lnTo>
                <a:lnTo>
                  <a:pt x="618896" y="82898"/>
                </a:lnTo>
                <a:lnTo>
                  <a:pt x="623621" y="88175"/>
                </a:lnTo>
                <a:lnTo>
                  <a:pt x="628345" y="93489"/>
                </a:lnTo>
                <a:lnTo>
                  <a:pt x="633070" y="98828"/>
                </a:lnTo>
                <a:lnTo>
                  <a:pt x="637794" y="104179"/>
                </a:lnTo>
                <a:lnTo>
                  <a:pt x="642518" y="109530"/>
                </a:lnTo>
                <a:lnTo>
                  <a:pt x="647243" y="114869"/>
                </a:lnTo>
                <a:lnTo>
                  <a:pt x="651967" y="120186"/>
                </a:lnTo>
                <a:lnTo>
                  <a:pt x="656692" y="125469"/>
                </a:lnTo>
                <a:lnTo>
                  <a:pt x="661416" y="130707"/>
                </a:lnTo>
                <a:lnTo>
                  <a:pt x="666140" y="135893"/>
                </a:lnTo>
                <a:lnTo>
                  <a:pt x="670865" y="141015"/>
                </a:lnTo>
                <a:lnTo>
                  <a:pt x="675589" y="146065"/>
                </a:lnTo>
                <a:lnTo>
                  <a:pt x="680314" y="151036"/>
                </a:lnTo>
                <a:lnTo>
                  <a:pt x="685038" y="155920"/>
                </a:lnTo>
                <a:lnTo>
                  <a:pt x="689762" y="160709"/>
                </a:lnTo>
                <a:lnTo>
                  <a:pt x="694487" y="165399"/>
                </a:lnTo>
                <a:lnTo>
                  <a:pt x="699211" y="169982"/>
                </a:lnTo>
                <a:lnTo>
                  <a:pt x="703936" y="174455"/>
                </a:lnTo>
                <a:lnTo>
                  <a:pt x="708660" y="178812"/>
                </a:lnTo>
                <a:lnTo>
                  <a:pt x="713384" y="183049"/>
                </a:lnTo>
                <a:lnTo>
                  <a:pt x="718109" y="187164"/>
                </a:lnTo>
                <a:lnTo>
                  <a:pt x="722833" y="191154"/>
                </a:lnTo>
                <a:lnTo>
                  <a:pt x="727558" y="195016"/>
                </a:lnTo>
                <a:lnTo>
                  <a:pt x="732282" y="198749"/>
                </a:lnTo>
                <a:lnTo>
                  <a:pt x="737006" y="202351"/>
                </a:lnTo>
                <a:lnTo>
                  <a:pt x="741731" y="205823"/>
                </a:lnTo>
                <a:lnTo>
                  <a:pt x="746455" y="209163"/>
                </a:lnTo>
                <a:lnTo>
                  <a:pt x="751180" y="212372"/>
                </a:lnTo>
                <a:lnTo>
                  <a:pt x="755904" y="215451"/>
                </a:lnTo>
                <a:lnTo>
                  <a:pt x="760628" y="218400"/>
                </a:lnTo>
                <a:lnTo>
                  <a:pt x="765353" y="221222"/>
                </a:lnTo>
                <a:lnTo>
                  <a:pt x="770077" y="223917"/>
                </a:lnTo>
                <a:lnTo>
                  <a:pt x="774802" y="226488"/>
                </a:lnTo>
                <a:lnTo>
                  <a:pt x="779526" y="228937"/>
                </a:lnTo>
                <a:lnTo>
                  <a:pt x="784250" y="231266"/>
                </a:lnTo>
                <a:lnTo>
                  <a:pt x="788975" y="233479"/>
                </a:lnTo>
                <a:lnTo>
                  <a:pt x="793699" y="235579"/>
                </a:lnTo>
                <a:lnTo>
                  <a:pt x="798424" y="237567"/>
                </a:lnTo>
                <a:lnTo>
                  <a:pt x="803148" y="239448"/>
                </a:lnTo>
                <a:lnTo>
                  <a:pt x="807872" y="241226"/>
                </a:lnTo>
                <a:lnTo>
                  <a:pt x="812597" y="242903"/>
                </a:lnTo>
                <a:lnTo>
                  <a:pt x="817321" y="244483"/>
                </a:lnTo>
                <a:lnTo>
                  <a:pt x="822046" y="245969"/>
                </a:lnTo>
                <a:lnTo>
                  <a:pt x="826770" y="247367"/>
                </a:lnTo>
                <a:lnTo>
                  <a:pt x="831494" y="248678"/>
                </a:lnTo>
                <a:lnTo>
                  <a:pt x="836219" y="249907"/>
                </a:lnTo>
                <a:lnTo>
                  <a:pt x="840943" y="251057"/>
                </a:lnTo>
                <a:lnTo>
                  <a:pt x="845668" y="252132"/>
                </a:lnTo>
                <a:lnTo>
                  <a:pt x="850392" y="253136"/>
                </a:lnTo>
                <a:lnTo>
                  <a:pt x="855116" y="254072"/>
                </a:lnTo>
                <a:lnTo>
                  <a:pt x="859841" y="254944"/>
                </a:lnTo>
                <a:lnTo>
                  <a:pt x="864565" y="255755"/>
                </a:lnTo>
                <a:lnTo>
                  <a:pt x="869290" y="256508"/>
                </a:lnTo>
                <a:lnTo>
                  <a:pt x="874014" y="257206"/>
                </a:lnTo>
                <a:lnTo>
                  <a:pt x="878738" y="257853"/>
                </a:lnTo>
                <a:lnTo>
                  <a:pt x="883463" y="258452"/>
                </a:lnTo>
                <a:lnTo>
                  <a:pt x="888187" y="259005"/>
                </a:lnTo>
                <a:lnTo>
                  <a:pt x="892912" y="259516"/>
                </a:lnTo>
                <a:lnTo>
                  <a:pt x="897636" y="259987"/>
                </a:lnTo>
                <a:lnTo>
                  <a:pt x="902360" y="260420"/>
                </a:lnTo>
                <a:lnTo>
                  <a:pt x="907085" y="260819"/>
                </a:lnTo>
                <a:lnTo>
                  <a:pt x="911809" y="261185"/>
                </a:lnTo>
                <a:lnTo>
                  <a:pt x="916534" y="261521"/>
                </a:lnTo>
                <a:lnTo>
                  <a:pt x="921258" y="261828"/>
                </a:lnTo>
                <a:lnTo>
                  <a:pt x="925982" y="262110"/>
                </a:lnTo>
                <a:lnTo>
                  <a:pt x="930707" y="262367"/>
                </a:lnTo>
                <a:lnTo>
                  <a:pt x="935431" y="262601"/>
                </a:lnTo>
                <a:lnTo>
                  <a:pt x="940156" y="262815"/>
                </a:lnTo>
                <a:lnTo>
                  <a:pt x="944880" y="263010"/>
                </a:lnTo>
                <a:lnTo>
                  <a:pt x="949604" y="263187"/>
                </a:lnTo>
                <a:lnTo>
                  <a:pt x="954329" y="263348"/>
                </a:lnTo>
                <a:lnTo>
                  <a:pt x="959053" y="263494"/>
                </a:lnTo>
                <a:lnTo>
                  <a:pt x="963778" y="263626"/>
                </a:lnTo>
                <a:lnTo>
                  <a:pt x="968502" y="263746"/>
                </a:lnTo>
                <a:lnTo>
                  <a:pt x="973226" y="263854"/>
                </a:lnTo>
                <a:lnTo>
                  <a:pt x="977951" y="263952"/>
                </a:lnTo>
                <a:lnTo>
                  <a:pt x="982675" y="264040"/>
                </a:lnTo>
                <a:lnTo>
                  <a:pt x="987400" y="264119"/>
                </a:lnTo>
                <a:lnTo>
                  <a:pt x="992124" y="264190"/>
                </a:lnTo>
                <a:lnTo>
                  <a:pt x="996848" y="264254"/>
                </a:lnTo>
                <a:lnTo>
                  <a:pt x="1001573" y="264312"/>
                </a:lnTo>
                <a:lnTo>
                  <a:pt x="1006297" y="264363"/>
                </a:lnTo>
                <a:lnTo>
                  <a:pt x="1011022" y="264409"/>
                </a:lnTo>
                <a:lnTo>
                  <a:pt x="1015746" y="264451"/>
                </a:lnTo>
                <a:lnTo>
                  <a:pt x="1020470" y="264488"/>
                </a:lnTo>
                <a:lnTo>
                  <a:pt x="1025195" y="264520"/>
                </a:lnTo>
                <a:lnTo>
                  <a:pt x="1029919" y="264550"/>
                </a:lnTo>
                <a:lnTo>
                  <a:pt x="1034644" y="264576"/>
                </a:lnTo>
                <a:lnTo>
                  <a:pt x="1039368" y="264599"/>
                </a:lnTo>
                <a:lnTo>
                  <a:pt x="1044092" y="264619"/>
                </a:lnTo>
                <a:lnTo>
                  <a:pt x="1048817" y="264638"/>
                </a:lnTo>
                <a:lnTo>
                  <a:pt x="1053541" y="264654"/>
                </a:lnTo>
                <a:lnTo>
                  <a:pt x="1058266" y="264668"/>
                </a:lnTo>
                <a:lnTo>
                  <a:pt x="1062990" y="264681"/>
                </a:lnTo>
                <a:lnTo>
                  <a:pt x="1067714" y="264692"/>
                </a:lnTo>
                <a:lnTo>
                  <a:pt x="1072439" y="264702"/>
                </a:lnTo>
                <a:lnTo>
                  <a:pt x="1077163" y="264710"/>
                </a:lnTo>
                <a:lnTo>
                  <a:pt x="1081888" y="264718"/>
                </a:lnTo>
                <a:lnTo>
                  <a:pt x="1086612" y="264724"/>
                </a:lnTo>
                <a:lnTo>
                  <a:pt x="1091336" y="264730"/>
                </a:lnTo>
                <a:lnTo>
                  <a:pt x="1096061" y="264735"/>
                </a:lnTo>
                <a:lnTo>
                  <a:pt x="1100785" y="264740"/>
                </a:lnTo>
                <a:lnTo>
                  <a:pt x="1105510" y="264744"/>
                </a:lnTo>
                <a:lnTo>
                  <a:pt x="1110234" y="264747"/>
                </a:lnTo>
                <a:lnTo>
                  <a:pt x="1114958" y="264750"/>
                </a:lnTo>
                <a:lnTo>
                  <a:pt x="1119683" y="264753"/>
                </a:lnTo>
                <a:lnTo>
                  <a:pt x="1124407" y="264755"/>
                </a:lnTo>
                <a:lnTo>
                  <a:pt x="1129132" y="264757"/>
                </a:lnTo>
                <a:lnTo>
                  <a:pt x="1133856" y="264759"/>
                </a:lnTo>
                <a:lnTo>
                  <a:pt x="1133856" y="264769"/>
                </a:lnTo>
                <a:close/>
              </a:path>
            </a:pathLst>
          </a:custGeom>
          <a:solidFill>
            <a:srgbClr val="7D8590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993392" y="554061"/>
            <a:ext cx="1133856" cy="264769"/>
          </a:xfrm>
          <a:custGeom>
            <a:avLst/>
            <a:gdLst/>
            <a:ahLst/>
            <a:cxnLst/>
            <a:rect l="l" t="t" r="r" b="b"/>
            <a:pathLst>
              <a:path w="1133856" h="264769">
                <a:moveTo>
                  <a:pt x="0" y="264769"/>
                </a:moveTo>
                <a:lnTo>
                  <a:pt x="0" y="264759"/>
                </a:lnTo>
                <a:lnTo>
                  <a:pt x="4724" y="264757"/>
                </a:lnTo>
                <a:lnTo>
                  <a:pt x="9449" y="264755"/>
                </a:lnTo>
                <a:lnTo>
                  <a:pt x="14173" y="264753"/>
                </a:lnTo>
                <a:lnTo>
                  <a:pt x="18898" y="264750"/>
                </a:lnTo>
                <a:lnTo>
                  <a:pt x="23622" y="264747"/>
                </a:lnTo>
                <a:lnTo>
                  <a:pt x="28346" y="264744"/>
                </a:lnTo>
                <a:lnTo>
                  <a:pt x="33071" y="264740"/>
                </a:lnTo>
                <a:lnTo>
                  <a:pt x="37795" y="264735"/>
                </a:lnTo>
                <a:lnTo>
                  <a:pt x="42520" y="264730"/>
                </a:lnTo>
                <a:lnTo>
                  <a:pt x="47244" y="264724"/>
                </a:lnTo>
                <a:lnTo>
                  <a:pt x="51968" y="264718"/>
                </a:lnTo>
                <a:lnTo>
                  <a:pt x="56693" y="264710"/>
                </a:lnTo>
                <a:lnTo>
                  <a:pt x="61417" y="264702"/>
                </a:lnTo>
                <a:lnTo>
                  <a:pt x="66142" y="264692"/>
                </a:lnTo>
                <a:lnTo>
                  <a:pt x="70866" y="264681"/>
                </a:lnTo>
                <a:lnTo>
                  <a:pt x="75590" y="264668"/>
                </a:lnTo>
                <a:lnTo>
                  <a:pt x="80315" y="264654"/>
                </a:lnTo>
                <a:lnTo>
                  <a:pt x="85039" y="264638"/>
                </a:lnTo>
                <a:lnTo>
                  <a:pt x="89764" y="264619"/>
                </a:lnTo>
                <a:lnTo>
                  <a:pt x="94488" y="264599"/>
                </a:lnTo>
                <a:lnTo>
                  <a:pt x="99212" y="264576"/>
                </a:lnTo>
                <a:lnTo>
                  <a:pt x="103937" y="264550"/>
                </a:lnTo>
                <a:lnTo>
                  <a:pt x="108661" y="264520"/>
                </a:lnTo>
                <a:lnTo>
                  <a:pt x="113386" y="264488"/>
                </a:lnTo>
                <a:lnTo>
                  <a:pt x="118110" y="264451"/>
                </a:lnTo>
                <a:lnTo>
                  <a:pt x="122834" y="264409"/>
                </a:lnTo>
                <a:lnTo>
                  <a:pt x="127559" y="264363"/>
                </a:lnTo>
                <a:lnTo>
                  <a:pt x="132283" y="264312"/>
                </a:lnTo>
                <a:lnTo>
                  <a:pt x="137008" y="264254"/>
                </a:lnTo>
                <a:lnTo>
                  <a:pt x="141732" y="264190"/>
                </a:lnTo>
                <a:lnTo>
                  <a:pt x="146456" y="264119"/>
                </a:lnTo>
                <a:lnTo>
                  <a:pt x="151181" y="264040"/>
                </a:lnTo>
                <a:lnTo>
                  <a:pt x="155905" y="263952"/>
                </a:lnTo>
                <a:lnTo>
                  <a:pt x="160630" y="263854"/>
                </a:lnTo>
                <a:lnTo>
                  <a:pt x="165354" y="263746"/>
                </a:lnTo>
                <a:lnTo>
                  <a:pt x="170078" y="263626"/>
                </a:lnTo>
                <a:lnTo>
                  <a:pt x="174803" y="263494"/>
                </a:lnTo>
                <a:lnTo>
                  <a:pt x="179527" y="263348"/>
                </a:lnTo>
                <a:lnTo>
                  <a:pt x="184252" y="263187"/>
                </a:lnTo>
                <a:lnTo>
                  <a:pt x="188976" y="263010"/>
                </a:lnTo>
                <a:lnTo>
                  <a:pt x="193700" y="262815"/>
                </a:lnTo>
                <a:lnTo>
                  <a:pt x="198425" y="262601"/>
                </a:lnTo>
                <a:lnTo>
                  <a:pt x="203149" y="262367"/>
                </a:lnTo>
                <a:lnTo>
                  <a:pt x="207874" y="262110"/>
                </a:lnTo>
                <a:lnTo>
                  <a:pt x="212598" y="261828"/>
                </a:lnTo>
                <a:lnTo>
                  <a:pt x="217322" y="261521"/>
                </a:lnTo>
                <a:lnTo>
                  <a:pt x="222047" y="261185"/>
                </a:lnTo>
                <a:lnTo>
                  <a:pt x="226771" y="260819"/>
                </a:lnTo>
                <a:lnTo>
                  <a:pt x="231496" y="260420"/>
                </a:lnTo>
                <a:lnTo>
                  <a:pt x="236220" y="259987"/>
                </a:lnTo>
                <a:lnTo>
                  <a:pt x="240944" y="259516"/>
                </a:lnTo>
                <a:lnTo>
                  <a:pt x="245669" y="259005"/>
                </a:lnTo>
                <a:lnTo>
                  <a:pt x="250393" y="258452"/>
                </a:lnTo>
                <a:lnTo>
                  <a:pt x="255118" y="257853"/>
                </a:lnTo>
                <a:lnTo>
                  <a:pt x="259842" y="257206"/>
                </a:lnTo>
                <a:lnTo>
                  <a:pt x="264566" y="256508"/>
                </a:lnTo>
                <a:lnTo>
                  <a:pt x="269291" y="255755"/>
                </a:lnTo>
                <a:lnTo>
                  <a:pt x="274015" y="254944"/>
                </a:lnTo>
                <a:lnTo>
                  <a:pt x="278740" y="254072"/>
                </a:lnTo>
                <a:lnTo>
                  <a:pt x="283464" y="253136"/>
                </a:lnTo>
                <a:lnTo>
                  <a:pt x="288188" y="252132"/>
                </a:lnTo>
                <a:lnTo>
                  <a:pt x="292913" y="251057"/>
                </a:lnTo>
                <a:lnTo>
                  <a:pt x="297637" y="249907"/>
                </a:lnTo>
                <a:lnTo>
                  <a:pt x="302362" y="248678"/>
                </a:lnTo>
                <a:lnTo>
                  <a:pt x="307086" y="247367"/>
                </a:lnTo>
                <a:lnTo>
                  <a:pt x="311810" y="245969"/>
                </a:lnTo>
                <a:lnTo>
                  <a:pt x="316535" y="244483"/>
                </a:lnTo>
                <a:lnTo>
                  <a:pt x="321259" y="242903"/>
                </a:lnTo>
                <a:lnTo>
                  <a:pt x="325984" y="241226"/>
                </a:lnTo>
                <a:lnTo>
                  <a:pt x="330708" y="239448"/>
                </a:lnTo>
                <a:lnTo>
                  <a:pt x="335432" y="237567"/>
                </a:lnTo>
                <a:lnTo>
                  <a:pt x="340157" y="235579"/>
                </a:lnTo>
                <a:lnTo>
                  <a:pt x="344881" y="233479"/>
                </a:lnTo>
                <a:lnTo>
                  <a:pt x="349606" y="231266"/>
                </a:lnTo>
                <a:lnTo>
                  <a:pt x="354330" y="228937"/>
                </a:lnTo>
                <a:lnTo>
                  <a:pt x="359054" y="226488"/>
                </a:lnTo>
                <a:lnTo>
                  <a:pt x="363779" y="223917"/>
                </a:lnTo>
                <a:lnTo>
                  <a:pt x="368503" y="221222"/>
                </a:lnTo>
                <a:lnTo>
                  <a:pt x="373228" y="218400"/>
                </a:lnTo>
                <a:lnTo>
                  <a:pt x="377952" y="215451"/>
                </a:lnTo>
                <a:lnTo>
                  <a:pt x="382676" y="212372"/>
                </a:lnTo>
                <a:lnTo>
                  <a:pt x="387401" y="209163"/>
                </a:lnTo>
                <a:lnTo>
                  <a:pt x="392125" y="205823"/>
                </a:lnTo>
                <a:lnTo>
                  <a:pt x="396850" y="202351"/>
                </a:lnTo>
                <a:lnTo>
                  <a:pt x="401574" y="198749"/>
                </a:lnTo>
                <a:lnTo>
                  <a:pt x="406298" y="195016"/>
                </a:lnTo>
                <a:lnTo>
                  <a:pt x="411023" y="191154"/>
                </a:lnTo>
                <a:lnTo>
                  <a:pt x="415747" y="187164"/>
                </a:lnTo>
                <a:lnTo>
                  <a:pt x="420472" y="183049"/>
                </a:lnTo>
                <a:lnTo>
                  <a:pt x="425196" y="178812"/>
                </a:lnTo>
                <a:lnTo>
                  <a:pt x="429920" y="174455"/>
                </a:lnTo>
                <a:lnTo>
                  <a:pt x="434645" y="169982"/>
                </a:lnTo>
                <a:lnTo>
                  <a:pt x="439369" y="165399"/>
                </a:lnTo>
                <a:lnTo>
                  <a:pt x="444094" y="160709"/>
                </a:lnTo>
                <a:lnTo>
                  <a:pt x="448818" y="155920"/>
                </a:lnTo>
                <a:lnTo>
                  <a:pt x="453542" y="151036"/>
                </a:lnTo>
                <a:lnTo>
                  <a:pt x="458267" y="146065"/>
                </a:lnTo>
                <a:lnTo>
                  <a:pt x="462991" y="141015"/>
                </a:lnTo>
                <a:lnTo>
                  <a:pt x="467716" y="135893"/>
                </a:lnTo>
                <a:lnTo>
                  <a:pt x="472440" y="130707"/>
                </a:lnTo>
                <a:lnTo>
                  <a:pt x="477164" y="125469"/>
                </a:lnTo>
                <a:lnTo>
                  <a:pt x="481889" y="120186"/>
                </a:lnTo>
                <a:lnTo>
                  <a:pt x="486613" y="114869"/>
                </a:lnTo>
                <a:lnTo>
                  <a:pt x="491338" y="109530"/>
                </a:lnTo>
                <a:lnTo>
                  <a:pt x="496062" y="104179"/>
                </a:lnTo>
                <a:lnTo>
                  <a:pt x="500786" y="98828"/>
                </a:lnTo>
                <a:lnTo>
                  <a:pt x="505511" y="93489"/>
                </a:lnTo>
                <a:lnTo>
                  <a:pt x="510235" y="88175"/>
                </a:lnTo>
                <a:lnTo>
                  <a:pt x="514960" y="82898"/>
                </a:lnTo>
                <a:lnTo>
                  <a:pt x="519684" y="77671"/>
                </a:lnTo>
                <a:lnTo>
                  <a:pt x="524408" y="72508"/>
                </a:lnTo>
                <a:lnTo>
                  <a:pt x="529133" y="67421"/>
                </a:lnTo>
                <a:lnTo>
                  <a:pt x="533857" y="62426"/>
                </a:lnTo>
                <a:lnTo>
                  <a:pt x="538582" y="57534"/>
                </a:lnTo>
                <a:lnTo>
                  <a:pt x="543306" y="52759"/>
                </a:lnTo>
                <a:lnTo>
                  <a:pt x="548030" y="48115"/>
                </a:lnTo>
                <a:lnTo>
                  <a:pt x="552755" y="43616"/>
                </a:lnTo>
                <a:lnTo>
                  <a:pt x="557479" y="39274"/>
                </a:lnTo>
                <a:lnTo>
                  <a:pt x="562204" y="35101"/>
                </a:lnTo>
                <a:lnTo>
                  <a:pt x="566928" y="31112"/>
                </a:lnTo>
                <a:lnTo>
                  <a:pt x="571652" y="27317"/>
                </a:lnTo>
                <a:lnTo>
                  <a:pt x="576377" y="23728"/>
                </a:lnTo>
                <a:lnTo>
                  <a:pt x="581101" y="20357"/>
                </a:lnTo>
                <a:lnTo>
                  <a:pt x="585826" y="17214"/>
                </a:lnTo>
                <a:lnTo>
                  <a:pt x="590550" y="14309"/>
                </a:lnTo>
                <a:lnTo>
                  <a:pt x="595274" y="11651"/>
                </a:lnTo>
                <a:lnTo>
                  <a:pt x="599999" y="9249"/>
                </a:lnTo>
                <a:lnTo>
                  <a:pt x="604723" y="7111"/>
                </a:lnTo>
                <a:lnTo>
                  <a:pt x="609448" y="5243"/>
                </a:lnTo>
                <a:lnTo>
                  <a:pt x="614172" y="3652"/>
                </a:lnTo>
                <a:lnTo>
                  <a:pt x="618896" y="2344"/>
                </a:lnTo>
                <a:lnTo>
                  <a:pt x="623621" y="1321"/>
                </a:lnTo>
                <a:lnTo>
                  <a:pt x="628345" y="588"/>
                </a:lnTo>
                <a:lnTo>
                  <a:pt x="633070" y="148"/>
                </a:lnTo>
                <a:lnTo>
                  <a:pt x="637794" y="0"/>
                </a:lnTo>
                <a:lnTo>
                  <a:pt x="642518" y="148"/>
                </a:lnTo>
                <a:lnTo>
                  <a:pt x="647243" y="588"/>
                </a:lnTo>
                <a:lnTo>
                  <a:pt x="651967" y="1321"/>
                </a:lnTo>
                <a:lnTo>
                  <a:pt x="656692" y="2344"/>
                </a:lnTo>
                <a:lnTo>
                  <a:pt x="661416" y="3652"/>
                </a:lnTo>
                <a:lnTo>
                  <a:pt x="666140" y="5243"/>
                </a:lnTo>
                <a:lnTo>
                  <a:pt x="670865" y="7111"/>
                </a:lnTo>
                <a:lnTo>
                  <a:pt x="675589" y="9249"/>
                </a:lnTo>
                <a:lnTo>
                  <a:pt x="680314" y="11651"/>
                </a:lnTo>
                <a:lnTo>
                  <a:pt x="685038" y="14309"/>
                </a:lnTo>
                <a:lnTo>
                  <a:pt x="689762" y="17214"/>
                </a:lnTo>
                <a:lnTo>
                  <a:pt x="694487" y="20357"/>
                </a:lnTo>
                <a:lnTo>
                  <a:pt x="699211" y="23728"/>
                </a:lnTo>
                <a:lnTo>
                  <a:pt x="703936" y="27317"/>
                </a:lnTo>
                <a:lnTo>
                  <a:pt x="708660" y="31112"/>
                </a:lnTo>
                <a:lnTo>
                  <a:pt x="713384" y="35101"/>
                </a:lnTo>
                <a:lnTo>
                  <a:pt x="718109" y="39274"/>
                </a:lnTo>
                <a:lnTo>
                  <a:pt x="722833" y="43616"/>
                </a:lnTo>
                <a:lnTo>
                  <a:pt x="727558" y="48115"/>
                </a:lnTo>
                <a:lnTo>
                  <a:pt x="732282" y="52759"/>
                </a:lnTo>
                <a:lnTo>
                  <a:pt x="737006" y="57534"/>
                </a:lnTo>
                <a:lnTo>
                  <a:pt x="741731" y="62426"/>
                </a:lnTo>
                <a:lnTo>
                  <a:pt x="746455" y="67421"/>
                </a:lnTo>
                <a:lnTo>
                  <a:pt x="751180" y="72508"/>
                </a:lnTo>
                <a:lnTo>
                  <a:pt x="755904" y="77671"/>
                </a:lnTo>
                <a:lnTo>
                  <a:pt x="760628" y="82898"/>
                </a:lnTo>
                <a:lnTo>
                  <a:pt x="765353" y="88175"/>
                </a:lnTo>
                <a:lnTo>
                  <a:pt x="770077" y="93489"/>
                </a:lnTo>
                <a:lnTo>
                  <a:pt x="774802" y="98828"/>
                </a:lnTo>
                <a:lnTo>
                  <a:pt x="779526" y="104179"/>
                </a:lnTo>
                <a:lnTo>
                  <a:pt x="784250" y="109530"/>
                </a:lnTo>
                <a:lnTo>
                  <a:pt x="788975" y="114869"/>
                </a:lnTo>
                <a:lnTo>
                  <a:pt x="793699" y="120186"/>
                </a:lnTo>
                <a:lnTo>
                  <a:pt x="798424" y="125469"/>
                </a:lnTo>
                <a:lnTo>
                  <a:pt x="803148" y="130707"/>
                </a:lnTo>
                <a:lnTo>
                  <a:pt x="807872" y="135893"/>
                </a:lnTo>
                <a:lnTo>
                  <a:pt x="812597" y="141015"/>
                </a:lnTo>
                <a:lnTo>
                  <a:pt x="817321" y="146065"/>
                </a:lnTo>
                <a:lnTo>
                  <a:pt x="822046" y="151036"/>
                </a:lnTo>
                <a:lnTo>
                  <a:pt x="826770" y="155920"/>
                </a:lnTo>
                <a:lnTo>
                  <a:pt x="831494" y="160709"/>
                </a:lnTo>
                <a:lnTo>
                  <a:pt x="836219" y="165399"/>
                </a:lnTo>
                <a:lnTo>
                  <a:pt x="840943" y="169982"/>
                </a:lnTo>
                <a:lnTo>
                  <a:pt x="845668" y="174455"/>
                </a:lnTo>
                <a:lnTo>
                  <a:pt x="850392" y="178812"/>
                </a:lnTo>
                <a:lnTo>
                  <a:pt x="855116" y="183049"/>
                </a:lnTo>
                <a:lnTo>
                  <a:pt x="859841" y="187164"/>
                </a:lnTo>
                <a:lnTo>
                  <a:pt x="864565" y="191154"/>
                </a:lnTo>
                <a:lnTo>
                  <a:pt x="869290" y="195016"/>
                </a:lnTo>
                <a:lnTo>
                  <a:pt x="874014" y="198749"/>
                </a:lnTo>
                <a:lnTo>
                  <a:pt x="878738" y="202351"/>
                </a:lnTo>
                <a:lnTo>
                  <a:pt x="883463" y="205823"/>
                </a:lnTo>
                <a:lnTo>
                  <a:pt x="888187" y="209163"/>
                </a:lnTo>
                <a:lnTo>
                  <a:pt x="892912" y="212372"/>
                </a:lnTo>
                <a:lnTo>
                  <a:pt x="897636" y="215451"/>
                </a:lnTo>
                <a:lnTo>
                  <a:pt x="902360" y="218400"/>
                </a:lnTo>
                <a:lnTo>
                  <a:pt x="907085" y="221222"/>
                </a:lnTo>
                <a:lnTo>
                  <a:pt x="911809" y="223917"/>
                </a:lnTo>
                <a:lnTo>
                  <a:pt x="916534" y="226488"/>
                </a:lnTo>
                <a:lnTo>
                  <a:pt x="921258" y="228937"/>
                </a:lnTo>
                <a:lnTo>
                  <a:pt x="925982" y="231266"/>
                </a:lnTo>
                <a:lnTo>
                  <a:pt x="930707" y="233479"/>
                </a:lnTo>
                <a:lnTo>
                  <a:pt x="935431" y="235579"/>
                </a:lnTo>
                <a:lnTo>
                  <a:pt x="940156" y="237567"/>
                </a:lnTo>
                <a:lnTo>
                  <a:pt x="944880" y="239448"/>
                </a:lnTo>
                <a:lnTo>
                  <a:pt x="949604" y="241226"/>
                </a:lnTo>
                <a:lnTo>
                  <a:pt x="954329" y="242903"/>
                </a:lnTo>
                <a:lnTo>
                  <a:pt x="959053" y="244483"/>
                </a:lnTo>
                <a:lnTo>
                  <a:pt x="963778" y="245969"/>
                </a:lnTo>
                <a:lnTo>
                  <a:pt x="968502" y="247367"/>
                </a:lnTo>
                <a:lnTo>
                  <a:pt x="973226" y="248678"/>
                </a:lnTo>
                <a:lnTo>
                  <a:pt x="977951" y="249907"/>
                </a:lnTo>
                <a:lnTo>
                  <a:pt x="982675" y="251057"/>
                </a:lnTo>
                <a:lnTo>
                  <a:pt x="987400" y="252132"/>
                </a:lnTo>
                <a:lnTo>
                  <a:pt x="992124" y="253136"/>
                </a:lnTo>
                <a:lnTo>
                  <a:pt x="996848" y="254072"/>
                </a:lnTo>
                <a:lnTo>
                  <a:pt x="1001573" y="254944"/>
                </a:lnTo>
                <a:lnTo>
                  <a:pt x="1006297" y="255755"/>
                </a:lnTo>
                <a:lnTo>
                  <a:pt x="1011022" y="256508"/>
                </a:lnTo>
                <a:lnTo>
                  <a:pt x="1015746" y="257206"/>
                </a:lnTo>
                <a:lnTo>
                  <a:pt x="1020470" y="257853"/>
                </a:lnTo>
                <a:lnTo>
                  <a:pt x="1025195" y="258452"/>
                </a:lnTo>
                <a:lnTo>
                  <a:pt x="1029919" y="259005"/>
                </a:lnTo>
                <a:lnTo>
                  <a:pt x="1034644" y="259516"/>
                </a:lnTo>
                <a:lnTo>
                  <a:pt x="1039368" y="259987"/>
                </a:lnTo>
                <a:lnTo>
                  <a:pt x="1044092" y="260420"/>
                </a:lnTo>
                <a:lnTo>
                  <a:pt x="1048817" y="260819"/>
                </a:lnTo>
                <a:lnTo>
                  <a:pt x="1053541" y="261185"/>
                </a:lnTo>
                <a:lnTo>
                  <a:pt x="1058266" y="261521"/>
                </a:lnTo>
                <a:lnTo>
                  <a:pt x="1062990" y="261828"/>
                </a:lnTo>
                <a:lnTo>
                  <a:pt x="1067714" y="262110"/>
                </a:lnTo>
                <a:lnTo>
                  <a:pt x="1072439" y="262367"/>
                </a:lnTo>
                <a:lnTo>
                  <a:pt x="1077163" y="262601"/>
                </a:lnTo>
                <a:lnTo>
                  <a:pt x="1081888" y="262815"/>
                </a:lnTo>
                <a:lnTo>
                  <a:pt x="1086612" y="263010"/>
                </a:lnTo>
                <a:lnTo>
                  <a:pt x="1091336" y="263187"/>
                </a:lnTo>
                <a:lnTo>
                  <a:pt x="1096061" y="263348"/>
                </a:lnTo>
                <a:lnTo>
                  <a:pt x="1100785" y="263494"/>
                </a:lnTo>
                <a:lnTo>
                  <a:pt x="1105510" y="263626"/>
                </a:lnTo>
                <a:lnTo>
                  <a:pt x="1110234" y="263746"/>
                </a:lnTo>
                <a:lnTo>
                  <a:pt x="1114958" y="263854"/>
                </a:lnTo>
                <a:lnTo>
                  <a:pt x="1119683" y="263952"/>
                </a:lnTo>
                <a:lnTo>
                  <a:pt x="1124407" y="264040"/>
                </a:lnTo>
                <a:lnTo>
                  <a:pt x="1129132" y="264119"/>
                </a:lnTo>
                <a:lnTo>
                  <a:pt x="1133856" y="264190"/>
                </a:lnTo>
                <a:lnTo>
                  <a:pt x="1133856" y="264769"/>
                </a:lnTo>
                <a:close/>
              </a:path>
            </a:pathLst>
          </a:custGeom>
          <a:solidFill>
            <a:srgbClr val="0072B2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60320" y="585173"/>
            <a:ext cx="566928" cy="233657"/>
          </a:xfrm>
          <a:custGeom>
            <a:avLst/>
            <a:gdLst/>
            <a:ahLst/>
            <a:cxnLst/>
            <a:rect l="l" t="t" r="r" b="b"/>
            <a:pathLst>
              <a:path w="566928" h="233657">
                <a:moveTo>
                  <a:pt x="0" y="233657"/>
                </a:moveTo>
                <a:lnTo>
                  <a:pt x="0" y="0"/>
                </a:lnTo>
                <a:lnTo>
                  <a:pt x="0" y="0"/>
                </a:lnTo>
                <a:lnTo>
                  <a:pt x="4724" y="3989"/>
                </a:lnTo>
                <a:lnTo>
                  <a:pt x="9449" y="8162"/>
                </a:lnTo>
                <a:lnTo>
                  <a:pt x="14173" y="12504"/>
                </a:lnTo>
                <a:lnTo>
                  <a:pt x="18898" y="17003"/>
                </a:lnTo>
                <a:lnTo>
                  <a:pt x="23622" y="21647"/>
                </a:lnTo>
                <a:lnTo>
                  <a:pt x="28346" y="26422"/>
                </a:lnTo>
                <a:lnTo>
                  <a:pt x="33071" y="31314"/>
                </a:lnTo>
                <a:lnTo>
                  <a:pt x="37795" y="36309"/>
                </a:lnTo>
                <a:lnTo>
                  <a:pt x="42520" y="41396"/>
                </a:lnTo>
                <a:lnTo>
                  <a:pt x="47244" y="46559"/>
                </a:lnTo>
                <a:lnTo>
                  <a:pt x="51968" y="51786"/>
                </a:lnTo>
                <a:lnTo>
                  <a:pt x="56693" y="57063"/>
                </a:lnTo>
                <a:lnTo>
                  <a:pt x="61417" y="62377"/>
                </a:lnTo>
                <a:lnTo>
                  <a:pt x="66142" y="67716"/>
                </a:lnTo>
                <a:lnTo>
                  <a:pt x="70866" y="73067"/>
                </a:lnTo>
                <a:lnTo>
                  <a:pt x="75590" y="78418"/>
                </a:lnTo>
                <a:lnTo>
                  <a:pt x="80315" y="83757"/>
                </a:lnTo>
                <a:lnTo>
                  <a:pt x="85039" y="89074"/>
                </a:lnTo>
                <a:lnTo>
                  <a:pt x="89764" y="94357"/>
                </a:lnTo>
                <a:lnTo>
                  <a:pt x="94488" y="99595"/>
                </a:lnTo>
                <a:lnTo>
                  <a:pt x="99212" y="104781"/>
                </a:lnTo>
                <a:lnTo>
                  <a:pt x="103937" y="109903"/>
                </a:lnTo>
                <a:lnTo>
                  <a:pt x="108661" y="114953"/>
                </a:lnTo>
                <a:lnTo>
                  <a:pt x="113386" y="119924"/>
                </a:lnTo>
                <a:lnTo>
                  <a:pt x="118110" y="124808"/>
                </a:lnTo>
                <a:lnTo>
                  <a:pt x="122834" y="129597"/>
                </a:lnTo>
                <a:lnTo>
                  <a:pt x="127559" y="134287"/>
                </a:lnTo>
                <a:lnTo>
                  <a:pt x="132283" y="138870"/>
                </a:lnTo>
                <a:lnTo>
                  <a:pt x="137008" y="143343"/>
                </a:lnTo>
                <a:lnTo>
                  <a:pt x="141732" y="147700"/>
                </a:lnTo>
                <a:lnTo>
                  <a:pt x="146456" y="151937"/>
                </a:lnTo>
                <a:lnTo>
                  <a:pt x="151181" y="156052"/>
                </a:lnTo>
                <a:lnTo>
                  <a:pt x="155905" y="160042"/>
                </a:lnTo>
                <a:lnTo>
                  <a:pt x="160630" y="163904"/>
                </a:lnTo>
                <a:lnTo>
                  <a:pt x="165354" y="167637"/>
                </a:lnTo>
                <a:lnTo>
                  <a:pt x="170078" y="171239"/>
                </a:lnTo>
                <a:lnTo>
                  <a:pt x="174803" y="174711"/>
                </a:lnTo>
                <a:lnTo>
                  <a:pt x="179527" y="178051"/>
                </a:lnTo>
                <a:lnTo>
                  <a:pt x="184252" y="181260"/>
                </a:lnTo>
                <a:lnTo>
                  <a:pt x="188976" y="184339"/>
                </a:lnTo>
                <a:lnTo>
                  <a:pt x="193700" y="187288"/>
                </a:lnTo>
                <a:lnTo>
                  <a:pt x="198425" y="190110"/>
                </a:lnTo>
                <a:lnTo>
                  <a:pt x="203149" y="192805"/>
                </a:lnTo>
                <a:lnTo>
                  <a:pt x="207874" y="195376"/>
                </a:lnTo>
                <a:lnTo>
                  <a:pt x="212598" y="197825"/>
                </a:lnTo>
                <a:lnTo>
                  <a:pt x="217322" y="200154"/>
                </a:lnTo>
                <a:lnTo>
                  <a:pt x="222047" y="202367"/>
                </a:lnTo>
                <a:lnTo>
                  <a:pt x="226771" y="204467"/>
                </a:lnTo>
                <a:lnTo>
                  <a:pt x="231496" y="206455"/>
                </a:lnTo>
                <a:lnTo>
                  <a:pt x="236220" y="208336"/>
                </a:lnTo>
                <a:lnTo>
                  <a:pt x="240944" y="210114"/>
                </a:lnTo>
                <a:lnTo>
                  <a:pt x="245669" y="211791"/>
                </a:lnTo>
                <a:lnTo>
                  <a:pt x="250393" y="213371"/>
                </a:lnTo>
                <a:lnTo>
                  <a:pt x="255118" y="214857"/>
                </a:lnTo>
                <a:lnTo>
                  <a:pt x="259842" y="216255"/>
                </a:lnTo>
                <a:lnTo>
                  <a:pt x="264566" y="217566"/>
                </a:lnTo>
                <a:lnTo>
                  <a:pt x="269291" y="218795"/>
                </a:lnTo>
                <a:lnTo>
                  <a:pt x="274015" y="219945"/>
                </a:lnTo>
                <a:lnTo>
                  <a:pt x="278740" y="221020"/>
                </a:lnTo>
                <a:lnTo>
                  <a:pt x="283464" y="222024"/>
                </a:lnTo>
                <a:lnTo>
                  <a:pt x="288188" y="222960"/>
                </a:lnTo>
                <a:lnTo>
                  <a:pt x="292913" y="223832"/>
                </a:lnTo>
                <a:lnTo>
                  <a:pt x="297637" y="224643"/>
                </a:lnTo>
                <a:lnTo>
                  <a:pt x="302362" y="225396"/>
                </a:lnTo>
                <a:lnTo>
                  <a:pt x="307086" y="226094"/>
                </a:lnTo>
                <a:lnTo>
                  <a:pt x="311810" y="226741"/>
                </a:lnTo>
                <a:lnTo>
                  <a:pt x="316535" y="227340"/>
                </a:lnTo>
                <a:lnTo>
                  <a:pt x="321259" y="227893"/>
                </a:lnTo>
                <a:lnTo>
                  <a:pt x="325984" y="228404"/>
                </a:lnTo>
                <a:lnTo>
                  <a:pt x="330708" y="228875"/>
                </a:lnTo>
                <a:lnTo>
                  <a:pt x="335432" y="229308"/>
                </a:lnTo>
                <a:lnTo>
                  <a:pt x="340157" y="229707"/>
                </a:lnTo>
                <a:lnTo>
                  <a:pt x="344881" y="230073"/>
                </a:lnTo>
                <a:lnTo>
                  <a:pt x="349606" y="230409"/>
                </a:lnTo>
                <a:lnTo>
                  <a:pt x="354330" y="230716"/>
                </a:lnTo>
                <a:lnTo>
                  <a:pt x="359054" y="230998"/>
                </a:lnTo>
                <a:lnTo>
                  <a:pt x="363779" y="231255"/>
                </a:lnTo>
                <a:lnTo>
                  <a:pt x="368503" y="231489"/>
                </a:lnTo>
                <a:lnTo>
                  <a:pt x="373228" y="231703"/>
                </a:lnTo>
                <a:lnTo>
                  <a:pt x="377952" y="231898"/>
                </a:lnTo>
                <a:lnTo>
                  <a:pt x="382676" y="232075"/>
                </a:lnTo>
                <a:lnTo>
                  <a:pt x="387401" y="232236"/>
                </a:lnTo>
                <a:lnTo>
                  <a:pt x="392125" y="232382"/>
                </a:lnTo>
                <a:lnTo>
                  <a:pt x="396850" y="232514"/>
                </a:lnTo>
                <a:lnTo>
                  <a:pt x="401574" y="232634"/>
                </a:lnTo>
                <a:lnTo>
                  <a:pt x="406298" y="232742"/>
                </a:lnTo>
                <a:lnTo>
                  <a:pt x="411023" y="232840"/>
                </a:lnTo>
                <a:lnTo>
                  <a:pt x="415747" y="232928"/>
                </a:lnTo>
                <a:lnTo>
                  <a:pt x="420472" y="233007"/>
                </a:lnTo>
                <a:lnTo>
                  <a:pt x="425196" y="233078"/>
                </a:lnTo>
                <a:lnTo>
                  <a:pt x="429920" y="233142"/>
                </a:lnTo>
                <a:lnTo>
                  <a:pt x="434645" y="233200"/>
                </a:lnTo>
                <a:lnTo>
                  <a:pt x="439369" y="233251"/>
                </a:lnTo>
                <a:lnTo>
                  <a:pt x="444094" y="233297"/>
                </a:lnTo>
                <a:lnTo>
                  <a:pt x="448818" y="233339"/>
                </a:lnTo>
                <a:lnTo>
                  <a:pt x="453542" y="233376"/>
                </a:lnTo>
                <a:lnTo>
                  <a:pt x="458267" y="233408"/>
                </a:lnTo>
                <a:lnTo>
                  <a:pt x="462991" y="233438"/>
                </a:lnTo>
                <a:lnTo>
                  <a:pt x="467716" y="233464"/>
                </a:lnTo>
                <a:lnTo>
                  <a:pt x="472440" y="233487"/>
                </a:lnTo>
                <a:lnTo>
                  <a:pt x="477164" y="233507"/>
                </a:lnTo>
                <a:lnTo>
                  <a:pt x="481889" y="233526"/>
                </a:lnTo>
                <a:lnTo>
                  <a:pt x="486613" y="233542"/>
                </a:lnTo>
                <a:lnTo>
                  <a:pt x="491338" y="233556"/>
                </a:lnTo>
                <a:lnTo>
                  <a:pt x="496062" y="233569"/>
                </a:lnTo>
                <a:lnTo>
                  <a:pt x="500786" y="233580"/>
                </a:lnTo>
                <a:lnTo>
                  <a:pt x="505511" y="233590"/>
                </a:lnTo>
                <a:lnTo>
                  <a:pt x="510235" y="233598"/>
                </a:lnTo>
                <a:lnTo>
                  <a:pt x="514960" y="233606"/>
                </a:lnTo>
                <a:lnTo>
                  <a:pt x="519684" y="233612"/>
                </a:lnTo>
                <a:lnTo>
                  <a:pt x="524408" y="233618"/>
                </a:lnTo>
                <a:lnTo>
                  <a:pt x="529133" y="233623"/>
                </a:lnTo>
                <a:lnTo>
                  <a:pt x="533857" y="233628"/>
                </a:lnTo>
                <a:lnTo>
                  <a:pt x="538582" y="233632"/>
                </a:lnTo>
                <a:lnTo>
                  <a:pt x="543306" y="233635"/>
                </a:lnTo>
                <a:lnTo>
                  <a:pt x="548030" y="233638"/>
                </a:lnTo>
                <a:lnTo>
                  <a:pt x="552755" y="233641"/>
                </a:lnTo>
                <a:lnTo>
                  <a:pt x="557479" y="233643"/>
                </a:lnTo>
                <a:lnTo>
                  <a:pt x="562204" y="233645"/>
                </a:lnTo>
                <a:lnTo>
                  <a:pt x="566928" y="233647"/>
                </a:lnTo>
                <a:lnTo>
                  <a:pt x="566928" y="233657"/>
                </a:lnTo>
                <a:close/>
              </a:path>
            </a:pathLst>
          </a:custGeom>
          <a:solidFill>
            <a:srgbClr val="D55E00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93392" y="554061"/>
            <a:ext cx="1133856" cy="264759"/>
          </a:xfrm>
          <a:custGeom>
            <a:avLst/>
            <a:gdLst/>
            <a:ahLst/>
            <a:cxnLst/>
            <a:rect l="l" t="t" r="r" b="b"/>
            <a:pathLst>
              <a:path w="1133856" h="264759">
                <a:moveTo>
                  <a:pt x="0" y="264190"/>
                </a:moveTo>
                <a:lnTo>
                  <a:pt x="4724" y="264119"/>
                </a:lnTo>
                <a:lnTo>
                  <a:pt x="9449" y="264040"/>
                </a:lnTo>
                <a:lnTo>
                  <a:pt x="14173" y="263952"/>
                </a:lnTo>
                <a:lnTo>
                  <a:pt x="18898" y="263854"/>
                </a:lnTo>
                <a:lnTo>
                  <a:pt x="23622" y="263746"/>
                </a:lnTo>
                <a:lnTo>
                  <a:pt x="28346" y="263626"/>
                </a:lnTo>
                <a:lnTo>
                  <a:pt x="33071" y="263494"/>
                </a:lnTo>
                <a:lnTo>
                  <a:pt x="37795" y="263348"/>
                </a:lnTo>
                <a:lnTo>
                  <a:pt x="42520" y="263187"/>
                </a:lnTo>
                <a:lnTo>
                  <a:pt x="47244" y="263010"/>
                </a:lnTo>
                <a:lnTo>
                  <a:pt x="51968" y="262815"/>
                </a:lnTo>
                <a:lnTo>
                  <a:pt x="56693" y="262601"/>
                </a:lnTo>
                <a:lnTo>
                  <a:pt x="61417" y="262367"/>
                </a:lnTo>
                <a:lnTo>
                  <a:pt x="66142" y="262110"/>
                </a:lnTo>
                <a:lnTo>
                  <a:pt x="70866" y="261828"/>
                </a:lnTo>
                <a:lnTo>
                  <a:pt x="75590" y="261521"/>
                </a:lnTo>
                <a:lnTo>
                  <a:pt x="80315" y="261185"/>
                </a:lnTo>
                <a:lnTo>
                  <a:pt x="85039" y="260819"/>
                </a:lnTo>
                <a:lnTo>
                  <a:pt x="89764" y="260420"/>
                </a:lnTo>
                <a:lnTo>
                  <a:pt x="94488" y="259987"/>
                </a:lnTo>
                <a:lnTo>
                  <a:pt x="99212" y="259516"/>
                </a:lnTo>
                <a:lnTo>
                  <a:pt x="103937" y="259005"/>
                </a:lnTo>
                <a:lnTo>
                  <a:pt x="108661" y="258452"/>
                </a:lnTo>
                <a:lnTo>
                  <a:pt x="113386" y="257853"/>
                </a:lnTo>
                <a:lnTo>
                  <a:pt x="118110" y="257206"/>
                </a:lnTo>
                <a:lnTo>
                  <a:pt x="122834" y="256508"/>
                </a:lnTo>
                <a:lnTo>
                  <a:pt x="127559" y="255755"/>
                </a:lnTo>
                <a:lnTo>
                  <a:pt x="132283" y="254944"/>
                </a:lnTo>
                <a:lnTo>
                  <a:pt x="137008" y="254072"/>
                </a:lnTo>
                <a:lnTo>
                  <a:pt x="141732" y="253136"/>
                </a:lnTo>
                <a:lnTo>
                  <a:pt x="146456" y="252132"/>
                </a:lnTo>
                <a:lnTo>
                  <a:pt x="151181" y="251057"/>
                </a:lnTo>
                <a:lnTo>
                  <a:pt x="155905" y="249907"/>
                </a:lnTo>
                <a:lnTo>
                  <a:pt x="160630" y="248678"/>
                </a:lnTo>
                <a:lnTo>
                  <a:pt x="165354" y="247367"/>
                </a:lnTo>
                <a:lnTo>
                  <a:pt x="170078" y="245969"/>
                </a:lnTo>
                <a:lnTo>
                  <a:pt x="174803" y="244483"/>
                </a:lnTo>
                <a:lnTo>
                  <a:pt x="179527" y="242903"/>
                </a:lnTo>
                <a:lnTo>
                  <a:pt x="184252" y="241226"/>
                </a:lnTo>
                <a:lnTo>
                  <a:pt x="188976" y="239448"/>
                </a:lnTo>
                <a:lnTo>
                  <a:pt x="193700" y="237567"/>
                </a:lnTo>
                <a:lnTo>
                  <a:pt x="198425" y="235579"/>
                </a:lnTo>
                <a:lnTo>
                  <a:pt x="203149" y="233479"/>
                </a:lnTo>
                <a:lnTo>
                  <a:pt x="207874" y="231266"/>
                </a:lnTo>
                <a:lnTo>
                  <a:pt x="212598" y="228937"/>
                </a:lnTo>
                <a:lnTo>
                  <a:pt x="217322" y="226488"/>
                </a:lnTo>
                <a:lnTo>
                  <a:pt x="222047" y="223917"/>
                </a:lnTo>
                <a:lnTo>
                  <a:pt x="226771" y="221222"/>
                </a:lnTo>
                <a:lnTo>
                  <a:pt x="231496" y="218400"/>
                </a:lnTo>
                <a:lnTo>
                  <a:pt x="236220" y="215451"/>
                </a:lnTo>
                <a:lnTo>
                  <a:pt x="240944" y="212372"/>
                </a:lnTo>
                <a:lnTo>
                  <a:pt x="245669" y="209163"/>
                </a:lnTo>
                <a:lnTo>
                  <a:pt x="250393" y="205823"/>
                </a:lnTo>
                <a:lnTo>
                  <a:pt x="255118" y="202351"/>
                </a:lnTo>
                <a:lnTo>
                  <a:pt x="259842" y="198749"/>
                </a:lnTo>
                <a:lnTo>
                  <a:pt x="264566" y="195016"/>
                </a:lnTo>
                <a:lnTo>
                  <a:pt x="269291" y="191154"/>
                </a:lnTo>
                <a:lnTo>
                  <a:pt x="274015" y="187164"/>
                </a:lnTo>
                <a:lnTo>
                  <a:pt x="278740" y="183049"/>
                </a:lnTo>
                <a:lnTo>
                  <a:pt x="283464" y="178812"/>
                </a:lnTo>
                <a:lnTo>
                  <a:pt x="288188" y="174455"/>
                </a:lnTo>
                <a:lnTo>
                  <a:pt x="292913" y="169982"/>
                </a:lnTo>
                <a:lnTo>
                  <a:pt x="297637" y="165399"/>
                </a:lnTo>
                <a:lnTo>
                  <a:pt x="302362" y="160709"/>
                </a:lnTo>
                <a:lnTo>
                  <a:pt x="307086" y="155920"/>
                </a:lnTo>
                <a:lnTo>
                  <a:pt x="311810" y="151036"/>
                </a:lnTo>
                <a:lnTo>
                  <a:pt x="316535" y="146065"/>
                </a:lnTo>
                <a:lnTo>
                  <a:pt x="321259" y="141015"/>
                </a:lnTo>
                <a:lnTo>
                  <a:pt x="325984" y="135893"/>
                </a:lnTo>
                <a:lnTo>
                  <a:pt x="330708" y="130707"/>
                </a:lnTo>
                <a:lnTo>
                  <a:pt x="335432" y="125469"/>
                </a:lnTo>
                <a:lnTo>
                  <a:pt x="340157" y="120186"/>
                </a:lnTo>
                <a:lnTo>
                  <a:pt x="344881" y="114869"/>
                </a:lnTo>
                <a:lnTo>
                  <a:pt x="349606" y="109530"/>
                </a:lnTo>
                <a:lnTo>
                  <a:pt x="354330" y="104179"/>
                </a:lnTo>
                <a:lnTo>
                  <a:pt x="359054" y="98828"/>
                </a:lnTo>
                <a:lnTo>
                  <a:pt x="363779" y="93489"/>
                </a:lnTo>
                <a:lnTo>
                  <a:pt x="368503" y="88175"/>
                </a:lnTo>
                <a:lnTo>
                  <a:pt x="373228" y="82898"/>
                </a:lnTo>
                <a:lnTo>
                  <a:pt x="377952" y="77671"/>
                </a:lnTo>
                <a:lnTo>
                  <a:pt x="382676" y="72508"/>
                </a:lnTo>
                <a:lnTo>
                  <a:pt x="387401" y="67421"/>
                </a:lnTo>
                <a:lnTo>
                  <a:pt x="392125" y="62426"/>
                </a:lnTo>
                <a:lnTo>
                  <a:pt x="396850" y="57534"/>
                </a:lnTo>
                <a:lnTo>
                  <a:pt x="401574" y="52759"/>
                </a:lnTo>
                <a:lnTo>
                  <a:pt x="406298" y="48115"/>
                </a:lnTo>
                <a:lnTo>
                  <a:pt x="411023" y="43616"/>
                </a:lnTo>
                <a:lnTo>
                  <a:pt x="415747" y="39274"/>
                </a:lnTo>
                <a:lnTo>
                  <a:pt x="420472" y="35101"/>
                </a:lnTo>
                <a:lnTo>
                  <a:pt x="425196" y="31112"/>
                </a:lnTo>
                <a:lnTo>
                  <a:pt x="429920" y="27317"/>
                </a:lnTo>
                <a:lnTo>
                  <a:pt x="434645" y="23728"/>
                </a:lnTo>
                <a:lnTo>
                  <a:pt x="439369" y="20357"/>
                </a:lnTo>
                <a:lnTo>
                  <a:pt x="444094" y="17214"/>
                </a:lnTo>
                <a:lnTo>
                  <a:pt x="448818" y="14309"/>
                </a:lnTo>
                <a:lnTo>
                  <a:pt x="453542" y="11651"/>
                </a:lnTo>
                <a:lnTo>
                  <a:pt x="458267" y="9249"/>
                </a:lnTo>
                <a:lnTo>
                  <a:pt x="462991" y="7111"/>
                </a:lnTo>
                <a:lnTo>
                  <a:pt x="467716" y="5243"/>
                </a:lnTo>
                <a:lnTo>
                  <a:pt x="472440" y="3652"/>
                </a:lnTo>
                <a:lnTo>
                  <a:pt x="477164" y="2344"/>
                </a:lnTo>
                <a:lnTo>
                  <a:pt x="481889" y="1321"/>
                </a:lnTo>
                <a:lnTo>
                  <a:pt x="486613" y="588"/>
                </a:lnTo>
                <a:lnTo>
                  <a:pt x="491338" y="148"/>
                </a:lnTo>
                <a:lnTo>
                  <a:pt x="496062" y="0"/>
                </a:lnTo>
                <a:lnTo>
                  <a:pt x="500786" y="148"/>
                </a:lnTo>
                <a:lnTo>
                  <a:pt x="505511" y="588"/>
                </a:lnTo>
                <a:lnTo>
                  <a:pt x="510235" y="1321"/>
                </a:lnTo>
                <a:lnTo>
                  <a:pt x="514960" y="2344"/>
                </a:lnTo>
                <a:lnTo>
                  <a:pt x="519684" y="3652"/>
                </a:lnTo>
                <a:lnTo>
                  <a:pt x="524408" y="5243"/>
                </a:lnTo>
                <a:lnTo>
                  <a:pt x="529133" y="7111"/>
                </a:lnTo>
                <a:lnTo>
                  <a:pt x="533857" y="9249"/>
                </a:lnTo>
                <a:lnTo>
                  <a:pt x="538582" y="11651"/>
                </a:lnTo>
                <a:lnTo>
                  <a:pt x="543306" y="14309"/>
                </a:lnTo>
                <a:lnTo>
                  <a:pt x="548030" y="17214"/>
                </a:lnTo>
                <a:lnTo>
                  <a:pt x="552755" y="20357"/>
                </a:lnTo>
                <a:lnTo>
                  <a:pt x="557479" y="23728"/>
                </a:lnTo>
                <a:lnTo>
                  <a:pt x="562204" y="27317"/>
                </a:lnTo>
                <a:lnTo>
                  <a:pt x="566928" y="31112"/>
                </a:lnTo>
                <a:lnTo>
                  <a:pt x="571652" y="35101"/>
                </a:lnTo>
                <a:lnTo>
                  <a:pt x="576377" y="39274"/>
                </a:lnTo>
                <a:lnTo>
                  <a:pt x="581101" y="43616"/>
                </a:lnTo>
                <a:lnTo>
                  <a:pt x="585826" y="48115"/>
                </a:lnTo>
                <a:lnTo>
                  <a:pt x="590550" y="52759"/>
                </a:lnTo>
                <a:lnTo>
                  <a:pt x="595274" y="57534"/>
                </a:lnTo>
                <a:lnTo>
                  <a:pt x="599999" y="62426"/>
                </a:lnTo>
                <a:lnTo>
                  <a:pt x="604723" y="67421"/>
                </a:lnTo>
                <a:lnTo>
                  <a:pt x="609448" y="72508"/>
                </a:lnTo>
                <a:lnTo>
                  <a:pt x="614172" y="77671"/>
                </a:lnTo>
                <a:lnTo>
                  <a:pt x="618896" y="82898"/>
                </a:lnTo>
                <a:lnTo>
                  <a:pt x="623621" y="88175"/>
                </a:lnTo>
                <a:lnTo>
                  <a:pt x="628345" y="93489"/>
                </a:lnTo>
                <a:lnTo>
                  <a:pt x="633070" y="98828"/>
                </a:lnTo>
                <a:lnTo>
                  <a:pt x="637794" y="104179"/>
                </a:lnTo>
                <a:lnTo>
                  <a:pt x="642518" y="109530"/>
                </a:lnTo>
                <a:lnTo>
                  <a:pt x="647243" y="114869"/>
                </a:lnTo>
                <a:lnTo>
                  <a:pt x="651967" y="120186"/>
                </a:lnTo>
                <a:lnTo>
                  <a:pt x="656692" y="125469"/>
                </a:lnTo>
                <a:lnTo>
                  <a:pt x="661416" y="130707"/>
                </a:lnTo>
                <a:lnTo>
                  <a:pt x="666140" y="135893"/>
                </a:lnTo>
                <a:lnTo>
                  <a:pt x="670865" y="141015"/>
                </a:lnTo>
                <a:lnTo>
                  <a:pt x="675589" y="146065"/>
                </a:lnTo>
                <a:lnTo>
                  <a:pt x="680314" y="151036"/>
                </a:lnTo>
                <a:lnTo>
                  <a:pt x="685038" y="155920"/>
                </a:lnTo>
                <a:lnTo>
                  <a:pt x="689762" y="160709"/>
                </a:lnTo>
                <a:lnTo>
                  <a:pt x="694487" y="165399"/>
                </a:lnTo>
                <a:lnTo>
                  <a:pt x="699211" y="169982"/>
                </a:lnTo>
                <a:lnTo>
                  <a:pt x="703936" y="174455"/>
                </a:lnTo>
                <a:lnTo>
                  <a:pt x="708660" y="178812"/>
                </a:lnTo>
                <a:lnTo>
                  <a:pt x="713384" y="183049"/>
                </a:lnTo>
                <a:lnTo>
                  <a:pt x="718109" y="187164"/>
                </a:lnTo>
                <a:lnTo>
                  <a:pt x="722833" y="191154"/>
                </a:lnTo>
                <a:lnTo>
                  <a:pt x="727558" y="195016"/>
                </a:lnTo>
                <a:lnTo>
                  <a:pt x="732282" y="198749"/>
                </a:lnTo>
                <a:lnTo>
                  <a:pt x="737006" y="202351"/>
                </a:lnTo>
                <a:lnTo>
                  <a:pt x="741731" y="205823"/>
                </a:lnTo>
                <a:lnTo>
                  <a:pt x="746455" y="209163"/>
                </a:lnTo>
                <a:lnTo>
                  <a:pt x="751180" y="212372"/>
                </a:lnTo>
                <a:lnTo>
                  <a:pt x="755904" y="215451"/>
                </a:lnTo>
                <a:lnTo>
                  <a:pt x="760628" y="218400"/>
                </a:lnTo>
                <a:lnTo>
                  <a:pt x="765353" y="221222"/>
                </a:lnTo>
                <a:lnTo>
                  <a:pt x="770077" y="223917"/>
                </a:lnTo>
                <a:lnTo>
                  <a:pt x="774802" y="226488"/>
                </a:lnTo>
                <a:lnTo>
                  <a:pt x="779526" y="228937"/>
                </a:lnTo>
                <a:lnTo>
                  <a:pt x="784250" y="231266"/>
                </a:lnTo>
                <a:lnTo>
                  <a:pt x="788975" y="233479"/>
                </a:lnTo>
                <a:lnTo>
                  <a:pt x="793699" y="235579"/>
                </a:lnTo>
                <a:lnTo>
                  <a:pt x="798424" y="237567"/>
                </a:lnTo>
                <a:lnTo>
                  <a:pt x="803148" y="239448"/>
                </a:lnTo>
                <a:lnTo>
                  <a:pt x="807872" y="241226"/>
                </a:lnTo>
                <a:lnTo>
                  <a:pt x="812597" y="242903"/>
                </a:lnTo>
                <a:lnTo>
                  <a:pt x="817321" y="244483"/>
                </a:lnTo>
                <a:lnTo>
                  <a:pt x="822046" y="245969"/>
                </a:lnTo>
                <a:lnTo>
                  <a:pt x="826770" y="247367"/>
                </a:lnTo>
                <a:lnTo>
                  <a:pt x="831494" y="248678"/>
                </a:lnTo>
                <a:lnTo>
                  <a:pt x="836219" y="249907"/>
                </a:lnTo>
                <a:lnTo>
                  <a:pt x="840943" y="251057"/>
                </a:lnTo>
                <a:lnTo>
                  <a:pt x="845668" y="252132"/>
                </a:lnTo>
                <a:lnTo>
                  <a:pt x="850392" y="253136"/>
                </a:lnTo>
                <a:lnTo>
                  <a:pt x="855116" y="254072"/>
                </a:lnTo>
                <a:lnTo>
                  <a:pt x="859841" y="254944"/>
                </a:lnTo>
                <a:lnTo>
                  <a:pt x="864565" y="255755"/>
                </a:lnTo>
                <a:lnTo>
                  <a:pt x="869290" y="256508"/>
                </a:lnTo>
                <a:lnTo>
                  <a:pt x="874014" y="257206"/>
                </a:lnTo>
                <a:lnTo>
                  <a:pt x="878738" y="257853"/>
                </a:lnTo>
                <a:lnTo>
                  <a:pt x="883463" y="258452"/>
                </a:lnTo>
                <a:lnTo>
                  <a:pt x="888187" y="259005"/>
                </a:lnTo>
                <a:lnTo>
                  <a:pt x="892912" y="259516"/>
                </a:lnTo>
                <a:lnTo>
                  <a:pt x="897636" y="259987"/>
                </a:lnTo>
                <a:lnTo>
                  <a:pt x="902360" y="260420"/>
                </a:lnTo>
                <a:lnTo>
                  <a:pt x="907085" y="260819"/>
                </a:lnTo>
                <a:lnTo>
                  <a:pt x="911809" y="261185"/>
                </a:lnTo>
                <a:lnTo>
                  <a:pt x="916534" y="261521"/>
                </a:lnTo>
                <a:lnTo>
                  <a:pt x="921258" y="261828"/>
                </a:lnTo>
                <a:lnTo>
                  <a:pt x="925982" y="262110"/>
                </a:lnTo>
                <a:lnTo>
                  <a:pt x="930707" y="262367"/>
                </a:lnTo>
                <a:lnTo>
                  <a:pt x="935431" y="262601"/>
                </a:lnTo>
                <a:lnTo>
                  <a:pt x="940156" y="262815"/>
                </a:lnTo>
                <a:lnTo>
                  <a:pt x="944880" y="263010"/>
                </a:lnTo>
                <a:lnTo>
                  <a:pt x="949604" y="263187"/>
                </a:lnTo>
                <a:lnTo>
                  <a:pt x="954329" y="263348"/>
                </a:lnTo>
                <a:lnTo>
                  <a:pt x="959053" y="263494"/>
                </a:lnTo>
                <a:lnTo>
                  <a:pt x="963778" y="263626"/>
                </a:lnTo>
                <a:lnTo>
                  <a:pt x="968502" y="263746"/>
                </a:lnTo>
                <a:lnTo>
                  <a:pt x="973226" y="263854"/>
                </a:lnTo>
                <a:lnTo>
                  <a:pt x="977951" y="263952"/>
                </a:lnTo>
                <a:lnTo>
                  <a:pt x="982675" y="264040"/>
                </a:lnTo>
                <a:lnTo>
                  <a:pt x="987400" y="264119"/>
                </a:lnTo>
                <a:lnTo>
                  <a:pt x="992124" y="264190"/>
                </a:lnTo>
                <a:lnTo>
                  <a:pt x="996848" y="264254"/>
                </a:lnTo>
                <a:lnTo>
                  <a:pt x="1001573" y="264312"/>
                </a:lnTo>
                <a:lnTo>
                  <a:pt x="1006297" y="264363"/>
                </a:lnTo>
                <a:lnTo>
                  <a:pt x="1011022" y="264409"/>
                </a:lnTo>
                <a:lnTo>
                  <a:pt x="1015746" y="264451"/>
                </a:lnTo>
                <a:lnTo>
                  <a:pt x="1020470" y="264488"/>
                </a:lnTo>
                <a:lnTo>
                  <a:pt x="1025195" y="264520"/>
                </a:lnTo>
                <a:lnTo>
                  <a:pt x="1029919" y="264550"/>
                </a:lnTo>
                <a:lnTo>
                  <a:pt x="1034644" y="264576"/>
                </a:lnTo>
                <a:lnTo>
                  <a:pt x="1039368" y="264599"/>
                </a:lnTo>
                <a:lnTo>
                  <a:pt x="1044092" y="264619"/>
                </a:lnTo>
                <a:lnTo>
                  <a:pt x="1048817" y="264638"/>
                </a:lnTo>
                <a:lnTo>
                  <a:pt x="1053541" y="264654"/>
                </a:lnTo>
                <a:lnTo>
                  <a:pt x="1058266" y="264668"/>
                </a:lnTo>
                <a:lnTo>
                  <a:pt x="1062990" y="264681"/>
                </a:lnTo>
                <a:lnTo>
                  <a:pt x="1067714" y="264692"/>
                </a:lnTo>
                <a:lnTo>
                  <a:pt x="1072439" y="264702"/>
                </a:lnTo>
                <a:lnTo>
                  <a:pt x="1077163" y="264710"/>
                </a:lnTo>
                <a:lnTo>
                  <a:pt x="1081888" y="264718"/>
                </a:lnTo>
                <a:lnTo>
                  <a:pt x="1086612" y="264724"/>
                </a:lnTo>
                <a:lnTo>
                  <a:pt x="1091336" y="264730"/>
                </a:lnTo>
                <a:lnTo>
                  <a:pt x="1096061" y="264735"/>
                </a:lnTo>
                <a:lnTo>
                  <a:pt x="1100785" y="264740"/>
                </a:lnTo>
                <a:lnTo>
                  <a:pt x="1105510" y="264744"/>
                </a:lnTo>
                <a:lnTo>
                  <a:pt x="1110234" y="264747"/>
                </a:lnTo>
                <a:lnTo>
                  <a:pt x="1114958" y="264750"/>
                </a:lnTo>
                <a:lnTo>
                  <a:pt x="1119683" y="264753"/>
                </a:lnTo>
                <a:lnTo>
                  <a:pt x="1124407" y="264755"/>
                </a:lnTo>
                <a:lnTo>
                  <a:pt x="1129132" y="264757"/>
                </a:lnTo>
                <a:lnTo>
                  <a:pt x="1133856" y="264759"/>
                </a:lnTo>
              </a:path>
            </a:pathLst>
          </a:custGeom>
          <a:noFill/>
          <a:ln w="13970">
            <a:solidFill>
              <a:srgbClr val="7D85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993392" y="554061"/>
            <a:ext cx="1133856" cy="264759"/>
          </a:xfrm>
          <a:custGeom>
            <a:avLst/>
            <a:gdLst/>
            <a:ahLst/>
            <a:cxnLst/>
            <a:rect l="l" t="t" r="r" b="b"/>
            <a:pathLst>
              <a:path w="1133856" h="264759">
                <a:moveTo>
                  <a:pt x="0" y="264759"/>
                </a:moveTo>
                <a:lnTo>
                  <a:pt x="4724" y="264757"/>
                </a:lnTo>
                <a:lnTo>
                  <a:pt x="9449" y="264755"/>
                </a:lnTo>
                <a:lnTo>
                  <a:pt x="14173" y="264753"/>
                </a:lnTo>
                <a:lnTo>
                  <a:pt x="18898" y="264750"/>
                </a:lnTo>
                <a:lnTo>
                  <a:pt x="23622" y="264747"/>
                </a:lnTo>
                <a:lnTo>
                  <a:pt x="28346" y="264744"/>
                </a:lnTo>
                <a:lnTo>
                  <a:pt x="33071" y="264740"/>
                </a:lnTo>
                <a:lnTo>
                  <a:pt x="37795" y="264735"/>
                </a:lnTo>
                <a:lnTo>
                  <a:pt x="42520" y="264730"/>
                </a:lnTo>
                <a:lnTo>
                  <a:pt x="47244" y="264724"/>
                </a:lnTo>
                <a:lnTo>
                  <a:pt x="51968" y="264718"/>
                </a:lnTo>
                <a:lnTo>
                  <a:pt x="56693" y="264710"/>
                </a:lnTo>
                <a:lnTo>
                  <a:pt x="61417" y="264702"/>
                </a:lnTo>
                <a:lnTo>
                  <a:pt x="66142" y="264692"/>
                </a:lnTo>
                <a:lnTo>
                  <a:pt x="70866" y="264681"/>
                </a:lnTo>
                <a:lnTo>
                  <a:pt x="75590" y="264668"/>
                </a:lnTo>
                <a:lnTo>
                  <a:pt x="80315" y="264654"/>
                </a:lnTo>
                <a:lnTo>
                  <a:pt x="85039" y="264638"/>
                </a:lnTo>
                <a:lnTo>
                  <a:pt x="89764" y="264619"/>
                </a:lnTo>
                <a:lnTo>
                  <a:pt x="94488" y="264599"/>
                </a:lnTo>
                <a:lnTo>
                  <a:pt x="99212" y="264576"/>
                </a:lnTo>
                <a:lnTo>
                  <a:pt x="103937" y="264550"/>
                </a:lnTo>
                <a:lnTo>
                  <a:pt x="108661" y="264520"/>
                </a:lnTo>
                <a:lnTo>
                  <a:pt x="113386" y="264488"/>
                </a:lnTo>
                <a:lnTo>
                  <a:pt x="118110" y="264451"/>
                </a:lnTo>
                <a:lnTo>
                  <a:pt x="122834" y="264409"/>
                </a:lnTo>
                <a:lnTo>
                  <a:pt x="127559" y="264363"/>
                </a:lnTo>
                <a:lnTo>
                  <a:pt x="132283" y="264312"/>
                </a:lnTo>
                <a:lnTo>
                  <a:pt x="137008" y="264254"/>
                </a:lnTo>
                <a:lnTo>
                  <a:pt x="141732" y="264190"/>
                </a:lnTo>
                <a:lnTo>
                  <a:pt x="146456" y="264119"/>
                </a:lnTo>
                <a:lnTo>
                  <a:pt x="151181" y="264040"/>
                </a:lnTo>
                <a:lnTo>
                  <a:pt x="155905" y="263952"/>
                </a:lnTo>
                <a:lnTo>
                  <a:pt x="160630" y="263854"/>
                </a:lnTo>
                <a:lnTo>
                  <a:pt x="165354" y="263746"/>
                </a:lnTo>
                <a:lnTo>
                  <a:pt x="170078" y="263626"/>
                </a:lnTo>
                <a:lnTo>
                  <a:pt x="174803" y="263494"/>
                </a:lnTo>
                <a:lnTo>
                  <a:pt x="179527" y="263348"/>
                </a:lnTo>
                <a:lnTo>
                  <a:pt x="184252" y="263187"/>
                </a:lnTo>
                <a:lnTo>
                  <a:pt x="188976" y="263010"/>
                </a:lnTo>
                <a:lnTo>
                  <a:pt x="193700" y="262815"/>
                </a:lnTo>
                <a:lnTo>
                  <a:pt x="198425" y="262601"/>
                </a:lnTo>
                <a:lnTo>
                  <a:pt x="203149" y="262367"/>
                </a:lnTo>
                <a:lnTo>
                  <a:pt x="207874" y="262110"/>
                </a:lnTo>
                <a:lnTo>
                  <a:pt x="212598" y="261828"/>
                </a:lnTo>
                <a:lnTo>
                  <a:pt x="217322" y="261521"/>
                </a:lnTo>
                <a:lnTo>
                  <a:pt x="222047" y="261185"/>
                </a:lnTo>
                <a:lnTo>
                  <a:pt x="226771" y="260819"/>
                </a:lnTo>
                <a:lnTo>
                  <a:pt x="231496" y="260420"/>
                </a:lnTo>
                <a:lnTo>
                  <a:pt x="236220" y="259987"/>
                </a:lnTo>
                <a:lnTo>
                  <a:pt x="240944" y="259516"/>
                </a:lnTo>
                <a:lnTo>
                  <a:pt x="245669" y="259005"/>
                </a:lnTo>
                <a:lnTo>
                  <a:pt x="250393" y="258452"/>
                </a:lnTo>
                <a:lnTo>
                  <a:pt x="255118" y="257853"/>
                </a:lnTo>
                <a:lnTo>
                  <a:pt x="259842" y="257206"/>
                </a:lnTo>
                <a:lnTo>
                  <a:pt x="264566" y="256508"/>
                </a:lnTo>
                <a:lnTo>
                  <a:pt x="269291" y="255755"/>
                </a:lnTo>
                <a:lnTo>
                  <a:pt x="274015" y="254944"/>
                </a:lnTo>
                <a:lnTo>
                  <a:pt x="278740" y="254072"/>
                </a:lnTo>
                <a:lnTo>
                  <a:pt x="283464" y="253136"/>
                </a:lnTo>
                <a:lnTo>
                  <a:pt x="288188" y="252132"/>
                </a:lnTo>
                <a:lnTo>
                  <a:pt x="292913" y="251057"/>
                </a:lnTo>
                <a:lnTo>
                  <a:pt x="297637" y="249907"/>
                </a:lnTo>
                <a:lnTo>
                  <a:pt x="302362" y="248678"/>
                </a:lnTo>
                <a:lnTo>
                  <a:pt x="307086" y="247367"/>
                </a:lnTo>
                <a:lnTo>
                  <a:pt x="311810" y="245969"/>
                </a:lnTo>
                <a:lnTo>
                  <a:pt x="316535" y="244483"/>
                </a:lnTo>
                <a:lnTo>
                  <a:pt x="321259" y="242903"/>
                </a:lnTo>
                <a:lnTo>
                  <a:pt x="325984" y="241226"/>
                </a:lnTo>
                <a:lnTo>
                  <a:pt x="330708" y="239448"/>
                </a:lnTo>
                <a:lnTo>
                  <a:pt x="335432" y="237567"/>
                </a:lnTo>
                <a:lnTo>
                  <a:pt x="340157" y="235579"/>
                </a:lnTo>
                <a:lnTo>
                  <a:pt x="344881" y="233479"/>
                </a:lnTo>
                <a:lnTo>
                  <a:pt x="349606" y="231266"/>
                </a:lnTo>
                <a:lnTo>
                  <a:pt x="354330" y="228937"/>
                </a:lnTo>
                <a:lnTo>
                  <a:pt x="359054" y="226488"/>
                </a:lnTo>
                <a:lnTo>
                  <a:pt x="363779" y="223917"/>
                </a:lnTo>
                <a:lnTo>
                  <a:pt x="368503" y="221222"/>
                </a:lnTo>
                <a:lnTo>
                  <a:pt x="373228" y="218400"/>
                </a:lnTo>
                <a:lnTo>
                  <a:pt x="377952" y="215451"/>
                </a:lnTo>
                <a:lnTo>
                  <a:pt x="382676" y="212372"/>
                </a:lnTo>
                <a:lnTo>
                  <a:pt x="387401" y="209163"/>
                </a:lnTo>
                <a:lnTo>
                  <a:pt x="392125" y="205823"/>
                </a:lnTo>
                <a:lnTo>
                  <a:pt x="396850" y="202351"/>
                </a:lnTo>
                <a:lnTo>
                  <a:pt x="401574" y="198749"/>
                </a:lnTo>
                <a:lnTo>
                  <a:pt x="406298" y="195016"/>
                </a:lnTo>
                <a:lnTo>
                  <a:pt x="411023" y="191154"/>
                </a:lnTo>
                <a:lnTo>
                  <a:pt x="415747" y="187164"/>
                </a:lnTo>
                <a:lnTo>
                  <a:pt x="420472" y="183049"/>
                </a:lnTo>
                <a:lnTo>
                  <a:pt x="425196" y="178812"/>
                </a:lnTo>
                <a:lnTo>
                  <a:pt x="429920" y="174455"/>
                </a:lnTo>
                <a:lnTo>
                  <a:pt x="434645" y="169982"/>
                </a:lnTo>
                <a:lnTo>
                  <a:pt x="439369" y="165399"/>
                </a:lnTo>
                <a:lnTo>
                  <a:pt x="444094" y="160709"/>
                </a:lnTo>
                <a:lnTo>
                  <a:pt x="448818" y="155920"/>
                </a:lnTo>
                <a:lnTo>
                  <a:pt x="453542" y="151036"/>
                </a:lnTo>
                <a:lnTo>
                  <a:pt x="458267" y="146065"/>
                </a:lnTo>
                <a:lnTo>
                  <a:pt x="462991" y="141015"/>
                </a:lnTo>
                <a:lnTo>
                  <a:pt x="467716" y="135893"/>
                </a:lnTo>
                <a:lnTo>
                  <a:pt x="472440" y="130707"/>
                </a:lnTo>
                <a:lnTo>
                  <a:pt x="477164" y="125469"/>
                </a:lnTo>
                <a:lnTo>
                  <a:pt x="481889" y="120186"/>
                </a:lnTo>
                <a:lnTo>
                  <a:pt x="486613" y="114869"/>
                </a:lnTo>
                <a:lnTo>
                  <a:pt x="491338" y="109530"/>
                </a:lnTo>
                <a:lnTo>
                  <a:pt x="496062" y="104179"/>
                </a:lnTo>
                <a:lnTo>
                  <a:pt x="500786" y="98828"/>
                </a:lnTo>
                <a:lnTo>
                  <a:pt x="505511" y="93489"/>
                </a:lnTo>
                <a:lnTo>
                  <a:pt x="510235" y="88175"/>
                </a:lnTo>
                <a:lnTo>
                  <a:pt x="514960" y="82898"/>
                </a:lnTo>
                <a:lnTo>
                  <a:pt x="519684" y="77671"/>
                </a:lnTo>
                <a:lnTo>
                  <a:pt x="524408" y="72508"/>
                </a:lnTo>
                <a:lnTo>
                  <a:pt x="529133" y="67421"/>
                </a:lnTo>
                <a:lnTo>
                  <a:pt x="533857" y="62426"/>
                </a:lnTo>
                <a:lnTo>
                  <a:pt x="538582" y="57534"/>
                </a:lnTo>
                <a:lnTo>
                  <a:pt x="543306" y="52759"/>
                </a:lnTo>
                <a:lnTo>
                  <a:pt x="548030" y="48115"/>
                </a:lnTo>
                <a:lnTo>
                  <a:pt x="552755" y="43616"/>
                </a:lnTo>
                <a:lnTo>
                  <a:pt x="557479" y="39274"/>
                </a:lnTo>
                <a:lnTo>
                  <a:pt x="562204" y="35101"/>
                </a:lnTo>
                <a:lnTo>
                  <a:pt x="566928" y="31112"/>
                </a:lnTo>
                <a:lnTo>
                  <a:pt x="571652" y="27317"/>
                </a:lnTo>
                <a:lnTo>
                  <a:pt x="576377" y="23728"/>
                </a:lnTo>
                <a:lnTo>
                  <a:pt x="581101" y="20357"/>
                </a:lnTo>
                <a:lnTo>
                  <a:pt x="585826" y="17214"/>
                </a:lnTo>
                <a:lnTo>
                  <a:pt x="590550" y="14309"/>
                </a:lnTo>
                <a:lnTo>
                  <a:pt x="595274" y="11651"/>
                </a:lnTo>
                <a:lnTo>
                  <a:pt x="599999" y="9249"/>
                </a:lnTo>
                <a:lnTo>
                  <a:pt x="604723" y="7111"/>
                </a:lnTo>
                <a:lnTo>
                  <a:pt x="609448" y="5243"/>
                </a:lnTo>
                <a:lnTo>
                  <a:pt x="614172" y="3652"/>
                </a:lnTo>
                <a:lnTo>
                  <a:pt x="618896" y="2344"/>
                </a:lnTo>
                <a:lnTo>
                  <a:pt x="623621" y="1321"/>
                </a:lnTo>
                <a:lnTo>
                  <a:pt x="628345" y="588"/>
                </a:lnTo>
                <a:lnTo>
                  <a:pt x="633070" y="148"/>
                </a:lnTo>
                <a:lnTo>
                  <a:pt x="637794" y="0"/>
                </a:lnTo>
                <a:lnTo>
                  <a:pt x="642518" y="148"/>
                </a:lnTo>
                <a:lnTo>
                  <a:pt x="647243" y="588"/>
                </a:lnTo>
                <a:lnTo>
                  <a:pt x="651967" y="1321"/>
                </a:lnTo>
                <a:lnTo>
                  <a:pt x="656692" y="2344"/>
                </a:lnTo>
                <a:lnTo>
                  <a:pt x="661416" y="3652"/>
                </a:lnTo>
                <a:lnTo>
                  <a:pt x="666140" y="5243"/>
                </a:lnTo>
                <a:lnTo>
                  <a:pt x="670865" y="7111"/>
                </a:lnTo>
                <a:lnTo>
                  <a:pt x="675589" y="9249"/>
                </a:lnTo>
                <a:lnTo>
                  <a:pt x="680314" y="11651"/>
                </a:lnTo>
                <a:lnTo>
                  <a:pt x="685038" y="14309"/>
                </a:lnTo>
                <a:lnTo>
                  <a:pt x="689762" y="17214"/>
                </a:lnTo>
                <a:lnTo>
                  <a:pt x="694487" y="20357"/>
                </a:lnTo>
                <a:lnTo>
                  <a:pt x="699211" y="23728"/>
                </a:lnTo>
                <a:lnTo>
                  <a:pt x="703936" y="27317"/>
                </a:lnTo>
                <a:lnTo>
                  <a:pt x="708660" y="31112"/>
                </a:lnTo>
                <a:lnTo>
                  <a:pt x="713384" y="35101"/>
                </a:lnTo>
                <a:lnTo>
                  <a:pt x="718109" y="39274"/>
                </a:lnTo>
                <a:lnTo>
                  <a:pt x="722833" y="43616"/>
                </a:lnTo>
                <a:lnTo>
                  <a:pt x="727558" y="48115"/>
                </a:lnTo>
                <a:lnTo>
                  <a:pt x="732282" y="52759"/>
                </a:lnTo>
                <a:lnTo>
                  <a:pt x="737006" y="57534"/>
                </a:lnTo>
                <a:lnTo>
                  <a:pt x="741731" y="62426"/>
                </a:lnTo>
                <a:lnTo>
                  <a:pt x="746455" y="67421"/>
                </a:lnTo>
                <a:lnTo>
                  <a:pt x="751180" y="72508"/>
                </a:lnTo>
                <a:lnTo>
                  <a:pt x="755904" y="77671"/>
                </a:lnTo>
                <a:lnTo>
                  <a:pt x="760628" y="82898"/>
                </a:lnTo>
                <a:lnTo>
                  <a:pt x="765353" y="88175"/>
                </a:lnTo>
                <a:lnTo>
                  <a:pt x="770077" y="93489"/>
                </a:lnTo>
                <a:lnTo>
                  <a:pt x="774802" y="98828"/>
                </a:lnTo>
                <a:lnTo>
                  <a:pt x="779526" y="104179"/>
                </a:lnTo>
                <a:lnTo>
                  <a:pt x="784250" y="109530"/>
                </a:lnTo>
                <a:lnTo>
                  <a:pt x="788975" y="114869"/>
                </a:lnTo>
                <a:lnTo>
                  <a:pt x="793699" y="120186"/>
                </a:lnTo>
                <a:lnTo>
                  <a:pt x="798424" y="125469"/>
                </a:lnTo>
                <a:lnTo>
                  <a:pt x="803148" y="130707"/>
                </a:lnTo>
                <a:lnTo>
                  <a:pt x="807872" y="135893"/>
                </a:lnTo>
                <a:lnTo>
                  <a:pt x="812597" y="141015"/>
                </a:lnTo>
                <a:lnTo>
                  <a:pt x="817321" y="146065"/>
                </a:lnTo>
                <a:lnTo>
                  <a:pt x="822046" y="151036"/>
                </a:lnTo>
                <a:lnTo>
                  <a:pt x="826770" y="155920"/>
                </a:lnTo>
                <a:lnTo>
                  <a:pt x="831494" y="160709"/>
                </a:lnTo>
                <a:lnTo>
                  <a:pt x="836219" y="165399"/>
                </a:lnTo>
                <a:lnTo>
                  <a:pt x="840943" y="169982"/>
                </a:lnTo>
                <a:lnTo>
                  <a:pt x="845668" y="174455"/>
                </a:lnTo>
                <a:lnTo>
                  <a:pt x="850392" y="178812"/>
                </a:lnTo>
                <a:lnTo>
                  <a:pt x="855116" y="183049"/>
                </a:lnTo>
                <a:lnTo>
                  <a:pt x="859841" y="187164"/>
                </a:lnTo>
                <a:lnTo>
                  <a:pt x="864565" y="191154"/>
                </a:lnTo>
                <a:lnTo>
                  <a:pt x="869290" y="195016"/>
                </a:lnTo>
                <a:lnTo>
                  <a:pt x="874014" y="198749"/>
                </a:lnTo>
                <a:lnTo>
                  <a:pt x="878738" y="202351"/>
                </a:lnTo>
                <a:lnTo>
                  <a:pt x="883463" y="205823"/>
                </a:lnTo>
                <a:lnTo>
                  <a:pt x="888187" y="209163"/>
                </a:lnTo>
                <a:lnTo>
                  <a:pt x="892912" y="212372"/>
                </a:lnTo>
                <a:lnTo>
                  <a:pt x="897636" y="215451"/>
                </a:lnTo>
                <a:lnTo>
                  <a:pt x="902360" y="218400"/>
                </a:lnTo>
                <a:lnTo>
                  <a:pt x="907085" y="221222"/>
                </a:lnTo>
                <a:lnTo>
                  <a:pt x="911809" y="223917"/>
                </a:lnTo>
                <a:lnTo>
                  <a:pt x="916534" y="226488"/>
                </a:lnTo>
                <a:lnTo>
                  <a:pt x="921258" y="228937"/>
                </a:lnTo>
                <a:lnTo>
                  <a:pt x="925982" y="231266"/>
                </a:lnTo>
                <a:lnTo>
                  <a:pt x="930707" y="233479"/>
                </a:lnTo>
                <a:lnTo>
                  <a:pt x="935431" y="235579"/>
                </a:lnTo>
                <a:lnTo>
                  <a:pt x="940156" y="237567"/>
                </a:lnTo>
                <a:lnTo>
                  <a:pt x="944880" y="239448"/>
                </a:lnTo>
                <a:lnTo>
                  <a:pt x="949604" y="241226"/>
                </a:lnTo>
                <a:lnTo>
                  <a:pt x="954329" y="242903"/>
                </a:lnTo>
                <a:lnTo>
                  <a:pt x="959053" y="244483"/>
                </a:lnTo>
                <a:lnTo>
                  <a:pt x="963778" y="245969"/>
                </a:lnTo>
                <a:lnTo>
                  <a:pt x="968502" y="247367"/>
                </a:lnTo>
                <a:lnTo>
                  <a:pt x="973226" y="248678"/>
                </a:lnTo>
                <a:lnTo>
                  <a:pt x="977951" y="249907"/>
                </a:lnTo>
                <a:lnTo>
                  <a:pt x="982675" y="251057"/>
                </a:lnTo>
                <a:lnTo>
                  <a:pt x="987400" y="252132"/>
                </a:lnTo>
                <a:lnTo>
                  <a:pt x="992124" y="253136"/>
                </a:lnTo>
                <a:lnTo>
                  <a:pt x="996848" y="254072"/>
                </a:lnTo>
                <a:lnTo>
                  <a:pt x="1001573" y="254944"/>
                </a:lnTo>
                <a:lnTo>
                  <a:pt x="1006297" y="255755"/>
                </a:lnTo>
                <a:lnTo>
                  <a:pt x="1011022" y="256508"/>
                </a:lnTo>
                <a:lnTo>
                  <a:pt x="1015746" y="257206"/>
                </a:lnTo>
                <a:lnTo>
                  <a:pt x="1020470" y="257853"/>
                </a:lnTo>
                <a:lnTo>
                  <a:pt x="1025195" y="258452"/>
                </a:lnTo>
                <a:lnTo>
                  <a:pt x="1029919" y="259005"/>
                </a:lnTo>
                <a:lnTo>
                  <a:pt x="1034644" y="259516"/>
                </a:lnTo>
                <a:lnTo>
                  <a:pt x="1039368" y="259987"/>
                </a:lnTo>
                <a:lnTo>
                  <a:pt x="1044092" y="260420"/>
                </a:lnTo>
                <a:lnTo>
                  <a:pt x="1048817" y="260819"/>
                </a:lnTo>
                <a:lnTo>
                  <a:pt x="1053541" y="261185"/>
                </a:lnTo>
                <a:lnTo>
                  <a:pt x="1058266" y="261521"/>
                </a:lnTo>
                <a:lnTo>
                  <a:pt x="1062990" y="261828"/>
                </a:lnTo>
                <a:lnTo>
                  <a:pt x="1067714" y="262110"/>
                </a:lnTo>
                <a:lnTo>
                  <a:pt x="1072439" y="262367"/>
                </a:lnTo>
                <a:lnTo>
                  <a:pt x="1077163" y="262601"/>
                </a:lnTo>
                <a:lnTo>
                  <a:pt x="1081888" y="262815"/>
                </a:lnTo>
                <a:lnTo>
                  <a:pt x="1086612" y="263010"/>
                </a:lnTo>
                <a:lnTo>
                  <a:pt x="1091336" y="263187"/>
                </a:lnTo>
                <a:lnTo>
                  <a:pt x="1096061" y="263348"/>
                </a:lnTo>
                <a:lnTo>
                  <a:pt x="1100785" y="263494"/>
                </a:lnTo>
                <a:lnTo>
                  <a:pt x="1105510" y="263626"/>
                </a:lnTo>
                <a:lnTo>
                  <a:pt x="1110234" y="263746"/>
                </a:lnTo>
                <a:lnTo>
                  <a:pt x="1114958" y="263854"/>
                </a:lnTo>
                <a:lnTo>
                  <a:pt x="1119683" y="263952"/>
                </a:lnTo>
                <a:lnTo>
                  <a:pt x="1124407" y="264040"/>
                </a:lnTo>
                <a:lnTo>
                  <a:pt x="1129132" y="264119"/>
                </a:lnTo>
                <a:lnTo>
                  <a:pt x="1133856" y="264190"/>
                </a:lnTo>
              </a:path>
            </a:pathLst>
          </a:custGeom>
          <a:noFill/>
          <a:ln w="13970">
            <a:solidFill>
              <a:srgbClr val="0072B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993392" y="818830"/>
            <a:ext cx="1133856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2560320" y="536768"/>
            <a:ext cx="0" cy="282062"/>
          </a:xfrm>
          <a:prstGeom prst="line">
            <a:avLst/>
          </a:prstGeom>
          <a:ln w="16510">
            <a:solidFill>
              <a:srgbClr val="D55E0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2510028" y="812023"/>
            <a:ext cx="10058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D55E00"/>
                </a:solidFill>
                <a:latin typeface="Times New Roman"/>
              </a:rPr>
              <a:t>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89454" y="512211"/>
            <a:ext cx="141732" cy="0"/>
          </a:xfrm>
          <a:prstGeom prst="line">
            <a:avLst/>
          </a:prstGeom>
          <a:ln w="8890">
            <a:solidFill>
              <a:srgbClr val="1A1A1A"/>
            </a:solidFill>
            <a:headEnd type="triangle" w="sm" len="sm"/>
            <a:tailEnd type="triangle" w="sm" len="sm"/>
          </a:ln>
        </p:spPr>
      </p:cxnSp>
      <p:sp>
        <p:nvSpPr>
          <p:cNvPr id="53" name="TextBox 52"/>
          <p:cNvSpPr txBox="1"/>
          <p:nvPr/>
        </p:nvSpPr>
        <p:spPr>
          <a:xfrm>
            <a:off x="2496312" y="393626"/>
            <a:ext cx="12801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1A1A1A"/>
                </a:solidFill>
                <a:latin typeface="Times New Roman"/>
              </a:rPr>
              <a:t>d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′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46120" y="452628"/>
            <a:ext cx="713232" cy="109728"/>
          </a:xfrm>
          <a:prstGeom prst="roundRect">
            <a:avLst>
              <a:gd name="adj" fmla="val 24999"/>
            </a:avLst>
          </a:prstGeom>
          <a:solidFill>
            <a:srgbClr val="FFF4D6"/>
          </a:solidFill>
          <a:ln w="7620">
            <a:solidFill>
              <a:srgbClr val="1A1A1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285553" y="447961"/>
            <a:ext cx="634365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Times New Roman"/>
              </a:rPr>
              <a:t>Accuracy 0.69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589693"/>
            <a:ext cx="68351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1A1A1A"/>
                </a:solidFill>
                <a:latin typeface="Times New Roman"/>
              </a:rPr>
              <a:t>H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0.69   </a:t>
            </a:r>
            <a:r>
              <a:rPr sz="750" b="0" i="0">
                <a:solidFill>
                  <a:srgbClr val="D55E00"/>
                </a:solidFill>
                <a:latin typeface="Times New Roman"/>
              </a:rPr>
              <a:t>FA 0.31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46120" y="690277"/>
            <a:ext cx="56921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1A1A1A"/>
                </a:solidFill>
                <a:latin typeface="Times New Roman"/>
              </a:rPr>
              <a:t>d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′ 1.0  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c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8516" y="1162399"/>
            <a:ext cx="126873" cy="1349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Times New Roman"/>
              </a:rPr>
              <a:t>B</a:t>
            </a:r>
          </a:p>
        </p:txBody>
      </p:sp>
      <p:sp>
        <p:nvSpPr>
          <p:cNvPr id="59" name="Freeform 58"/>
          <p:cNvSpPr/>
          <p:nvPr/>
        </p:nvSpPr>
        <p:spPr>
          <a:xfrm>
            <a:off x="1993392" y="1157565"/>
            <a:ext cx="1133856" cy="264769"/>
          </a:xfrm>
          <a:custGeom>
            <a:avLst/>
            <a:gdLst/>
            <a:ahLst/>
            <a:cxnLst/>
            <a:rect l="l" t="t" r="r" b="b"/>
            <a:pathLst>
              <a:path w="1133856" h="264769">
                <a:moveTo>
                  <a:pt x="0" y="264769"/>
                </a:moveTo>
                <a:lnTo>
                  <a:pt x="0" y="261828"/>
                </a:lnTo>
                <a:lnTo>
                  <a:pt x="4724" y="261521"/>
                </a:lnTo>
                <a:lnTo>
                  <a:pt x="9449" y="261185"/>
                </a:lnTo>
                <a:lnTo>
                  <a:pt x="14173" y="260819"/>
                </a:lnTo>
                <a:lnTo>
                  <a:pt x="18898" y="260420"/>
                </a:lnTo>
                <a:lnTo>
                  <a:pt x="23622" y="259987"/>
                </a:lnTo>
                <a:lnTo>
                  <a:pt x="28346" y="259516"/>
                </a:lnTo>
                <a:lnTo>
                  <a:pt x="33071" y="259005"/>
                </a:lnTo>
                <a:lnTo>
                  <a:pt x="37795" y="258452"/>
                </a:lnTo>
                <a:lnTo>
                  <a:pt x="42520" y="257853"/>
                </a:lnTo>
                <a:lnTo>
                  <a:pt x="47244" y="257206"/>
                </a:lnTo>
                <a:lnTo>
                  <a:pt x="51968" y="256508"/>
                </a:lnTo>
                <a:lnTo>
                  <a:pt x="56693" y="255755"/>
                </a:lnTo>
                <a:lnTo>
                  <a:pt x="61417" y="254944"/>
                </a:lnTo>
                <a:lnTo>
                  <a:pt x="66142" y="254072"/>
                </a:lnTo>
                <a:lnTo>
                  <a:pt x="70866" y="253136"/>
                </a:lnTo>
                <a:lnTo>
                  <a:pt x="75590" y="252132"/>
                </a:lnTo>
                <a:lnTo>
                  <a:pt x="80315" y="251057"/>
                </a:lnTo>
                <a:lnTo>
                  <a:pt x="85039" y="249907"/>
                </a:lnTo>
                <a:lnTo>
                  <a:pt x="89764" y="248678"/>
                </a:lnTo>
                <a:lnTo>
                  <a:pt x="94488" y="247367"/>
                </a:lnTo>
                <a:lnTo>
                  <a:pt x="99212" y="245969"/>
                </a:lnTo>
                <a:lnTo>
                  <a:pt x="103937" y="244483"/>
                </a:lnTo>
                <a:lnTo>
                  <a:pt x="108661" y="242903"/>
                </a:lnTo>
                <a:lnTo>
                  <a:pt x="113386" y="241226"/>
                </a:lnTo>
                <a:lnTo>
                  <a:pt x="118110" y="239448"/>
                </a:lnTo>
                <a:lnTo>
                  <a:pt x="122834" y="237567"/>
                </a:lnTo>
                <a:lnTo>
                  <a:pt x="127559" y="235579"/>
                </a:lnTo>
                <a:lnTo>
                  <a:pt x="132283" y="233479"/>
                </a:lnTo>
                <a:lnTo>
                  <a:pt x="137008" y="231266"/>
                </a:lnTo>
                <a:lnTo>
                  <a:pt x="141732" y="228937"/>
                </a:lnTo>
                <a:lnTo>
                  <a:pt x="146456" y="226488"/>
                </a:lnTo>
                <a:lnTo>
                  <a:pt x="151181" y="223917"/>
                </a:lnTo>
                <a:lnTo>
                  <a:pt x="155905" y="221222"/>
                </a:lnTo>
                <a:lnTo>
                  <a:pt x="160630" y="218400"/>
                </a:lnTo>
                <a:lnTo>
                  <a:pt x="165354" y="215451"/>
                </a:lnTo>
                <a:lnTo>
                  <a:pt x="170078" y="212372"/>
                </a:lnTo>
                <a:lnTo>
                  <a:pt x="174803" y="209163"/>
                </a:lnTo>
                <a:lnTo>
                  <a:pt x="179527" y="205823"/>
                </a:lnTo>
                <a:lnTo>
                  <a:pt x="184252" y="202351"/>
                </a:lnTo>
                <a:lnTo>
                  <a:pt x="188976" y="198749"/>
                </a:lnTo>
                <a:lnTo>
                  <a:pt x="193700" y="195016"/>
                </a:lnTo>
                <a:lnTo>
                  <a:pt x="198425" y="191154"/>
                </a:lnTo>
                <a:lnTo>
                  <a:pt x="203149" y="187164"/>
                </a:lnTo>
                <a:lnTo>
                  <a:pt x="207874" y="183049"/>
                </a:lnTo>
                <a:lnTo>
                  <a:pt x="212598" y="178812"/>
                </a:lnTo>
                <a:lnTo>
                  <a:pt x="217322" y="174455"/>
                </a:lnTo>
                <a:lnTo>
                  <a:pt x="222047" y="169982"/>
                </a:lnTo>
                <a:lnTo>
                  <a:pt x="226771" y="165399"/>
                </a:lnTo>
                <a:lnTo>
                  <a:pt x="231496" y="160709"/>
                </a:lnTo>
                <a:lnTo>
                  <a:pt x="236220" y="155920"/>
                </a:lnTo>
                <a:lnTo>
                  <a:pt x="240944" y="151036"/>
                </a:lnTo>
                <a:lnTo>
                  <a:pt x="245669" y="146065"/>
                </a:lnTo>
                <a:lnTo>
                  <a:pt x="250393" y="141015"/>
                </a:lnTo>
                <a:lnTo>
                  <a:pt x="255118" y="135893"/>
                </a:lnTo>
                <a:lnTo>
                  <a:pt x="259842" y="130707"/>
                </a:lnTo>
                <a:lnTo>
                  <a:pt x="264566" y="125469"/>
                </a:lnTo>
                <a:lnTo>
                  <a:pt x="269291" y="120186"/>
                </a:lnTo>
                <a:lnTo>
                  <a:pt x="274015" y="114869"/>
                </a:lnTo>
                <a:lnTo>
                  <a:pt x="278740" y="109530"/>
                </a:lnTo>
                <a:lnTo>
                  <a:pt x="283464" y="104179"/>
                </a:lnTo>
                <a:lnTo>
                  <a:pt x="288188" y="98828"/>
                </a:lnTo>
                <a:lnTo>
                  <a:pt x="292913" y="93489"/>
                </a:lnTo>
                <a:lnTo>
                  <a:pt x="297637" y="88175"/>
                </a:lnTo>
                <a:lnTo>
                  <a:pt x="302362" y="82898"/>
                </a:lnTo>
                <a:lnTo>
                  <a:pt x="307086" y="77671"/>
                </a:lnTo>
                <a:lnTo>
                  <a:pt x="311810" y="72508"/>
                </a:lnTo>
                <a:lnTo>
                  <a:pt x="316535" y="67421"/>
                </a:lnTo>
                <a:lnTo>
                  <a:pt x="321259" y="62426"/>
                </a:lnTo>
                <a:lnTo>
                  <a:pt x="325984" y="57534"/>
                </a:lnTo>
                <a:lnTo>
                  <a:pt x="330708" y="52759"/>
                </a:lnTo>
                <a:lnTo>
                  <a:pt x="335432" y="48115"/>
                </a:lnTo>
                <a:lnTo>
                  <a:pt x="340157" y="43616"/>
                </a:lnTo>
                <a:lnTo>
                  <a:pt x="344881" y="39274"/>
                </a:lnTo>
                <a:lnTo>
                  <a:pt x="349606" y="35101"/>
                </a:lnTo>
                <a:lnTo>
                  <a:pt x="354330" y="31112"/>
                </a:lnTo>
                <a:lnTo>
                  <a:pt x="359054" y="27317"/>
                </a:lnTo>
                <a:lnTo>
                  <a:pt x="363779" y="23728"/>
                </a:lnTo>
                <a:lnTo>
                  <a:pt x="368503" y="20357"/>
                </a:lnTo>
                <a:lnTo>
                  <a:pt x="373228" y="17214"/>
                </a:lnTo>
                <a:lnTo>
                  <a:pt x="377952" y="14309"/>
                </a:lnTo>
                <a:lnTo>
                  <a:pt x="382676" y="11651"/>
                </a:lnTo>
                <a:lnTo>
                  <a:pt x="387401" y="9249"/>
                </a:lnTo>
                <a:lnTo>
                  <a:pt x="392125" y="7111"/>
                </a:lnTo>
                <a:lnTo>
                  <a:pt x="396850" y="5243"/>
                </a:lnTo>
                <a:lnTo>
                  <a:pt x="401574" y="3652"/>
                </a:lnTo>
                <a:lnTo>
                  <a:pt x="406298" y="2344"/>
                </a:lnTo>
                <a:lnTo>
                  <a:pt x="411023" y="1321"/>
                </a:lnTo>
                <a:lnTo>
                  <a:pt x="415747" y="588"/>
                </a:lnTo>
                <a:lnTo>
                  <a:pt x="420472" y="148"/>
                </a:lnTo>
                <a:lnTo>
                  <a:pt x="425196" y="0"/>
                </a:lnTo>
                <a:lnTo>
                  <a:pt x="429920" y="148"/>
                </a:lnTo>
                <a:lnTo>
                  <a:pt x="434645" y="588"/>
                </a:lnTo>
                <a:lnTo>
                  <a:pt x="439369" y="1321"/>
                </a:lnTo>
                <a:lnTo>
                  <a:pt x="444094" y="2344"/>
                </a:lnTo>
                <a:lnTo>
                  <a:pt x="448818" y="3652"/>
                </a:lnTo>
                <a:lnTo>
                  <a:pt x="453542" y="5243"/>
                </a:lnTo>
                <a:lnTo>
                  <a:pt x="458267" y="7111"/>
                </a:lnTo>
                <a:lnTo>
                  <a:pt x="462991" y="9249"/>
                </a:lnTo>
                <a:lnTo>
                  <a:pt x="467716" y="11651"/>
                </a:lnTo>
                <a:lnTo>
                  <a:pt x="472440" y="14309"/>
                </a:lnTo>
                <a:lnTo>
                  <a:pt x="477164" y="17214"/>
                </a:lnTo>
                <a:lnTo>
                  <a:pt x="481889" y="20357"/>
                </a:lnTo>
                <a:lnTo>
                  <a:pt x="486613" y="23728"/>
                </a:lnTo>
                <a:lnTo>
                  <a:pt x="491338" y="27317"/>
                </a:lnTo>
                <a:lnTo>
                  <a:pt x="496062" y="31112"/>
                </a:lnTo>
                <a:lnTo>
                  <a:pt x="500786" y="35101"/>
                </a:lnTo>
                <a:lnTo>
                  <a:pt x="505511" y="39274"/>
                </a:lnTo>
                <a:lnTo>
                  <a:pt x="510235" y="43616"/>
                </a:lnTo>
                <a:lnTo>
                  <a:pt x="514960" y="48115"/>
                </a:lnTo>
                <a:lnTo>
                  <a:pt x="519684" y="52759"/>
                </a:lnTo>
                <a:lnTo>
                  <a:pt x="524408" y="57534"/>
                </a:lnTo>
                <a:lnTo>
                  <a:pt x="529133" y="62426"/>
                </a:lnTo>
                <a:lnTo>
                  <a:pt x="533857" y="67421"/>
                </a:lnTo>
                <a:lnTo>
                  <a:pt x="538582" y="72508"/>
                </a:lnTo>
                <a:lnTo>
                  <a:pt x="543306" y="77671"/>
                </a:lnTo>
                <a:lnTo>
                  <a:pt x="548030" y="82898"/>
                </a:lnTo>
                <a:lnTo>
                  <a:pt x="552755" y="88175"/>
                </a:lnTo>
                <a:lnTo>
                  <a:pt x="557479" y="93489"/>
                </a:lnTo>
                <a:lnTo>
                  <a:pt x="562204" y="98828"/>
                </a:lnTo>
                <a:lnTo>
                  <a:pt x="566928" y="104179"/>
                </a:lnTo>
                <a:lnTo>
                  <a:pt x="571652" y="109530"/>
                </a:lnTo>
                <a:lnTo>
                  <a:pt x="576377" y="114869"/>
                </a:lnTo>
                <a:lnTo>
                  <a:pt x="581101" y="120186"/>
                </a:lnTo>
                <a:lnTo>
                  <a:pt x="585826" y="125469"/>
                </a:lnTo>
                <a:lnTo>
                  <a:pt x="590550" y="130707"/>
                </a:lnTo>
                <a:lnTo>
                  <a:pt x="595274" y="135893"/>
                </a:lnTo>
                <a:lnTo>
                  <a:pt x="599999" y="141015"/>
                </a:lnTo>
                <a:lnTo>
                  <a:pt x="604723" y="146065"/>
                </a:lnTo>
                <a:lnTo>
                  <a:pt x="609448" y="151036"/>
                </a:lnTo>
                <a:lnTo>
                  <a:pt x="614172" y="155920"/>
                </a:lnTo>
                <a:lnTo>
                  <a:pt x="618896" y="160709"/>
                </a:lnTo>
                <a:lnTo>
                  <a:pt x="623621" y="165399"/>
                </a:lnTo>
                <a:lnTo>
                  <a:pt x="628345" y="169982"/>
                </a:lnTo>
                <a:lnTo>
                  <a:pt x="633070" y="174455"/>
                </a:lnTo>
                <a:lnTo>
                  <a:pt x="637794" y="178812"/>
                </a:lnTo>
                <a:lnTo>
                  <a:pt x="642518" y="183049"/>
                </a:lnTo>
                <a:lnTo>
                  <a:pt x="647243" y="187164"/>
                </a:lnTo>
                <a:lnTo>
                  <a:pt x="651967" y="191154"/>
                </a:lnTo>
                <a:lnTo>
                  <a:pt x="656692" y="195016"/>
                </a:lnTo>
                <a:lnTo>
                  <a:pt x="661416" y="198749"/>
                </a:lnTo>
                <a:lnTo>
                  <a:pt x="666140" y="202351"/>
                </a:lnTo>
                <a:lnTo>
                  <a:pt x="670865" y="205823"/>
                </a:lnTo>
                <a:lnTo>
                  <a:pt x="675589" y="209163"/>
                </a:lnTo>
                <a:lnTo>
                  <a:pt x="680314" y="212372"/>
                </a:lnTo>
                <a:lnTo>
                  <a:pt x="685038" y="215451"/>
                </a:lnTo>
                <a:lnTo>
                  <a:pt x="689762" y="218400"/>
                </a:lnTo>
                <a:lnTo>
                  <a:pt x="694487" y="221222"/>
                </a:lnTo>
                <a:lnTo>
                  <a:pt x="699211" y="223917"/>
                </a:lnTo>
                <a:lnTo>
                  <a:pt x="703936" y="226488"/>
                </a:lnTo>
                <a:lnTo>
                  <a:pt x="708660" y="228937"/>
                </a:lnTo>
                <a:lnTo>
                  <a:pt x="713384" y="231266"/>
                </a:lnTo>
                <a:lnTo>
                  <a:pt x="718109" y="233479"/>
                </a:lnTo>
                <a:lnTo>
                  <a:pt x="722833" y="235579"/>
                </a:lnTo>
                <a:lnTo>
                  <a:pt x="727558" y="237567"/>
                </a:lnTo>
                <a:lnTo>
                  <a:pt x="732282" y="239448"/>
                </a:lnTo>
                <a:lnTo>
                  <a:pt x="737006" y="241226"/>
                </a:lnTo>
                <a:lnTo>
                  <a:pt x="741731" y="242903"/>
                </a:lnTo>
                <a:lnTo>
                  <a:pt x="746455" y="244483"/>
                </a:lnTo>
                <a:lnTo>
                  <a:pt x="751180" y="245969"/>
                </a:lnTo>
                <a:lnTo>
                  <a:pt x="755904" y="247367"/>
                </a:lnTo>
                <a:lnTo>
                  <a:pt x="760628" y="248678"/>
                </a:lnTo>
                <a:lnTo>
                  <a:pt x="765353" y="249907"/>
                </a:lnTo>
                <a:lnTo>
                  <a:pt x="770077" y="251057"/>
                </a:lnTo>
                <a:lnTo>
                  <a:pt x="774802" y="252132"/>
                </a:lnTo>
                <a:lnTo>
                  <a:pt x="779526" y="253136"/>
                </a:lnTo>
                <a:lnTo>
                  <a:pt x="784250" y="254072"/>
                </a:lnTo>
                <a:lnTo>
                  <a:pt x="788975" y="254944"/>
                </a:lnTo>
                <a:lnTo>
                  <a:pt x="793699" y="255755"/>
                </a:lnTo>
                <a:lnTo>
                  <a:pt x="798424" y="256508"/>
                </a:lnTo>
                <a:lnTo>
                  <a:pt x="803148" y="257206"/>
                </a:lnTo>
                <a:lnTo>
                  <a:pt x="807872" y="257853"/>
                </a:lnTo>
                <a:lnTo>
                  <a:pt x="812597" y="258452"/>
                </a:lnTo>
                <a:lnTo>
                  <a:pt x="817321" y="259005"/>
                </a:lnTo>
                <a:lnTo>
                  <a:pt x="822046" y="259516"/>
                </a:lnTo>
                <a:lnTo>
                  <a:pt x="826770" y="259987"/>
                </a:lnTo>
                <a:lnTo>
                  <a:pt x="831494" y="260420"/>
                </a:lnTo>
                <a:lnTo>
                  <a:pt x="836219" y="260819"/>
                </a:lnTo>
                <a:lnTo>
                  <a:pt x="840943" y="261185"/>
                </a:lnTo>
                <a:lnTo>
                  <a:pt x="845668" y="261521"/>
                </a:lnTo>
                <a:lnTo>
                  <a:pt x="850392" y="261828"/>
                </a:lnTo>
                <a:lnTo>
                  <a:pt x="855116" y="262110"/>
                </a:lnTo>
                <a:lnTo>
                  <a:pt x="859841" y="262367"/>
                </a:lnTo>
                <a:lnTo>
                  <a:pt x="864565" y="262601"/>
                </a:lnTo>
                <a:lnTo>
                  <a:pt x="869290" y="262815"/>
                </a:lnTo>
                <a:lnTo>
                  <a:pt x="874014" y="263010"/>
                </a:lnTo>
                <a:lnTo>
                  <a:pt x="878738" y="263187"/>
                </a:lnTo>
                <a:lnTo>
                  <a:pt x="883463" y="263348"/>
                </a:lnTo>
                <a:lnTo>
                  <a:pt x="888187" y="263494"/>
                </a:lnTo>
                <a:lnTo>
                  <a:pt x="892912" y="263626"/>
                </a:lnTo>
                <a:lnTo>
                  <a:pt x="897636" y="263746"/>
                </a:lnTo>
                <a:lnTo>
                  <a:pt x="902360" y="263854"/>
                </a:lnTo>
                <a:lnTo>
                  <a:pt x="907085" y="263952"/>
                </a:lnTo>
                <a:lnTo>
                  <a:pt x="911809" y="264040"/>
                </a:lnTo>
                <a:lnTo>
                  <a:pt x="916534" y="264119"/>
                </a:lnTo>
                <a:lnTo>
                  <a:pt x="921258" y="264190"/>
                </a:lnTo>
                <a:lnTo>
                  <a:pt x="925982" y="264254"/>
                </a:lnTo>
                <a:lnTo>
                  <a:pt x="930707" y="264312"/>
                </a:lnTo>
                <a:lnTo>
                  <a:pt x="935431" y="264363"/>
                </a:lnTo>
                <a:lnTo>
                  <a:pt x="940156" y="264409"/>
                </a:lnTo>
                <a:lnTo>
                  <a:pt x="944880" y="264451"/>
                </a:lnTo>
                <a:lnTo>
                  <a:pt x="949604" y="264488"/>
                </a:lnTo>
                <a:lnTo>
                  <a:pt x="954329" y="264520"/>
                </a:lnTo>
                <a:lnTo>
                  <a:pt x="959053" y="264550"/>
                </a:lnTo>
                <a:lnTo>
                  <a:pt x="963778" y="264576"/>
                </a:lnTo>
                <a:lnTo>
                  <a:pt x="968502" y="264599"/>
                </a:lnTo>
                <a:lnTo>
                  <a:pt x="973226" y="264619"/>
                </a:lnTo>
                <a:lnTo>
                  <a:pt x="977951" y="264638"/>
                </a:lnTo>
                <a:lnTo>
                  <a:pt x="982675" y="264654"/>
                </a:lnTo>
                <a:lnTo>
                  <a:pt x="987400" y="264668"/>
                </a:lnTo>
                <a:lnTo>
                  <a:pt x="992124" y="264681"/>
                </a:lnTo>
                <a:lnTo>
                  <a:pt x="996848" y="264692"/>
                </a:lnTo>
                <a:lnTo>
                  <a:pt x="1001573" y="264702"/>
                </a:lnTo>
                <a:lnTo>
                  <a:pt x="1006297" y="264710"/>
                </a:lnTo>
                <a:lnTo>
                  <a:pt x="1011022" y="264718"/>
                </a:lnTo>
                <a:lnTo>
                  <a:pt x="1015746" y="264724"/>
                </a:lnTo>
                <a:lnTo>
                  <a:pt x="1020470" y="264730"/>
                </a:lnTo>
                <a:lnTo>
                  <a:pt x="1025195" y="264735"/>
                </a:lnTo>
                <a:lnTo>
                  <a:pt x="1029919" y="264740"/>
                </a:lnTo>
                <a:lnTo>
                  <a:pt x="1034644" y="264744"/>
                </a:lnTo>
                <a:lnTo>
                  <a:pt x="1039368" y="264747"/>
                </a:lnTo>
                <a:lnTo>
                  <a:pt x="1044092" y="264750"/>
                </a:lnTo>
                <a:lnTo>
                  <a:pt x="1048817" y="264753"/>
                </a:lnTo>
                <a:lnTo>
                  <a:pt x="1053541" y="264755"/>
                </a:lnTo>
                <a:lnTo>
                  <a:pt x="1058266" y="264757"/>
                </a:lnTo>
                <a:lnTo>
                  <a:pt x="1062990" y="264759"/>
                </a:lnTo>
                <a:lnTo>
                  <a:pt x="1067714" y="264760"/>
                </a:lnTo>
                <a:lnTo>
                  <a:pt x="1072439" y="264762"/>
                </a:lnTo>
                <a:lnTo>
                  <a:pt x="1077163" y="264763"/>
                </a:lnTo>
                <a:lnTo>
                  <a:pt x="1081888" y="264764"/>
                </a:lnTo>
                <a:lnTo>
                  <a:pt x="1086612" y="264765"/>
                </a:lnTo>
                <a:lnTo>
                  <a:pt x="1091336" y="264765"/>
                </a:lnTo>
                <a:lnTo>
                  <a:pt x="1096061" y="264766"/>
                </a:lnTo>
                <a:lnTo>
                  <a:pt x="1100785" y="264766"/>
                </a:lnTo>
                <a:lnTo>
                  <a:pt x="1105510" y="264767"/>
                </a:lnTo>
                <a:lnTo>
                  <a:pt x="1110234" y="264767"/>
                </a:lnTo>
                <a:lnTo>
                  <a:pt x="1114958" y="264768"/>
                </a:lnTo>
                <a:lnTo>
                  <a:pt x="1119683" y="264768"/>
                </a:lnTo>
                <a:lnTo>
                  <a:pt x="1124407" y="264768"/>
                </a:lnTo>
                <a:lnTo>
                  <a:pt x="1129132" y="264768"/>
                </a:lnTo>
                <a:lnTo>
                  <a:pt x="1133856" y="264768"/>
                </a:lnTo>
                <a:lnTo>
                  <a:pt x="1133856" y="264769"/>
                </a:lnTo>
                <a:close/>
              </a:path>
            </a:pathLst>
          </a:custGeom>
          <a:solidFill>
            <a:srgbClr val="7D8590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93392" y="1157565"/>
            <a:ext cx="1133856" cy="264769"/>
          </a:xfrm>
          <a:custGeom>
            <a:avLst/>
            <a:gdLst/>
            <a:ahLst/>
            <a:cxnLst/>
            <a:rect l="l" t="t" r="r" b="b"/>
            <a:pathLst>
              <a:path w="1133856" h="264769">
                <a:moveTo>
                  <a:pt x="0" y="264769"/>
                </a:moveTo>
                <a:lnTo>
                  <a:pt x="0" y="264768"/>
                </a:lnTo>
                <a:lnTo>
                  <a:pt x="4724" y="264768"/>
                </a:lnTo>
                <a:lnTo>
                  <a:pt x="9449" y="264768"/>
                </a:lnTo>
                <a:lnTo>
                  <a:pt x="14173" y="264768"/>
                </a:lnTo>
                <a:lnTo>
                  <a:pt x="18898" y="264768"/>
                </a:lnTo>
                <a:lnTo>
                  <a:pt x="23622" y="264767"/>
                </a:lnTo>
                <a:lnTo>
                  <a:pt x="28346" y="264767"/>
                </a:lnTo>
                <a:lnTo>
                  <a:pt x="33071" y="264766"/>
                </a:lnTo>
                <a:lnTo>
                  <a:pt x="37795" y="264766"/>
                </a:lnTo>
                <a:lnTo>
                  <a:pt x="42520" y="264765"/>
                </a:lnTo>
                <a:lnTo>
                  <a:pt x="47244" y="264765"/>
                </a:lnTo>
                <a:lnTo>
                  <a:pt x="51968" y="264764"/>
                </a:lnTo>
                <a:lnTo>
                  <a:pt x="56693" y="264763"/>
                </a:lnTo>
                <a:lnTo>
                  <a:pt x="61417" y="264762"/>
                </a:lnTo>
                <a:lnTo>
                  <a:pt x="66142" y="264760"/>
                </a:lnTo>
                <a:lnTo>
                  <a:pt x="70866" y="264759"/>
                </a:lnTo>
                <a:lnTo>
                  <a:pt x="75590" y="264757"/>
                </a:lnTo>
                <a:lnTo>
                  <a:pt x="80315" y="264755"/>
                </a:lnTo>
                <a:lnTo>
                  <a:pt x="85039" y="264753"/>
                </a:lnTo>
                <a:lnTo>
                  <a:pt x="89764" y="264750"/>
                </a:lnTo>
                <a:lnTo>
                  <a:pt x="94488" y="264747"/>
                </a:lnTo>
                <a:lnTo>
                  <a:pt x="99212" y="264744"/>
                </a:lnTo>
                <a:lnTo>
                  <a:pt x="103937" y="264740"/>
                </a:lnTo>
                <a:lnTo>
                  <a:pt x="108661" y="264735"/>
                </a:lnTo>
                <a:lnTo>
                  <a:pt x="113386" y="264730"/>
                </a:lnTo>
                <a:lnTo>
                  <a:pt x="118110" y="264724"/>
                </a:lnTo>
                <a:lnTo>
                  <a:pt x="122834" y="264718"/>
                </a:lnTo>
                <a:lnTo>
                  <a:pt x="127559" y="264710"/>
                </a:lnTo>
                <a:lnTo>
                  <a:pt x="132283" y="264702"/>
                </a:lnTo>
                <a:lnTo>
                  <a:pt x="137008" y="264692"/>
                </a:lnTo>
                <a:lnTo>
                  <a:pt x="141732" y="264681"/>
                </a:lnTo>
                <a:lnTo>
                  <a:pt x="146456" y="264668"/>
                </a:lnTo>
                <a:lnTo>
                  <a:pt x="151181" y="264654"/>
                </a:lnTo>
                <a:lnTo>
                  <a:pt x="155905" y="264638"/>
                </a:lnTo>
                <a:lnTo>
                  <a:pt x="160630" y="264619"/>
                </a:lnTo>
                <a:lnTo>
                  <a:pt x="165354" y="264599"/>
                </a:lnTo>
                <a:lnTo>
                  <a:pt x="170078" y="264576"/>
                </a:lnTo>
                <a:lnTo>
                  <a:pt x="174803" y="264550"/>
                </a:lnTo>
                <a:lnTo>
                  <a:pt x="179527" y="264520"/>
                </a:lnTo>
                <a:lnTo>
                  <a:pt x="184252" y="264488"/>
                </a:lnTo>
                <a:lnTo>
                  <a:pt x="188976" y="264451"/>
                </a:lnTo>
                <a:lnTo>
                  <a:pt x="193700" y="264409"/>
                </a:lnTo>
                <a:lnTo>
                  <a:pt x="198425" y="264363"/>
                </a:lnTo>
                <a:lnTo>
                  <a:pt x="203149" y="264312"/>
                </a:lnTo>
                <a:lnTo>
                  <a:pt x="207874" y="264254"/>
                </a:lnTo>
                <a:lnTo>
                  <a:pt x="212598" y="264190"/>
                </a:lnTo>
                <a:lnTo>
                  <a:pt x="217322" y="264119"/>
                </a:lnTo>
                <a:lnTo>
                  <a:pt x="222047" y="264040"/>
                </a:lnTo>
                <a:lnTo>
                  <a:pt x="226771" y="263952"/>
                </a:lnTo>
                <a:lnTo>
                  <a:pt x="231496" y="263854"/>
                </a:lnTo>
                <a:lnTo>
                  <a:pt x="236220" y="263746"/>
                </a:lnTo>
                <a:lnTo>
                  <a:pt x="240944" y="263626"/>
                </a:lnTo>
                <a:lnTo>
                  <a:pt x="245669" y="263494"/>
                </a:lnTo>
                <a:lnTo>
                  <a:pt x="250393" y="263348"/>
                </a:lnTo>
                <a:lnTo>
                  <a:pt x="255118" y="263187"/>
                </a:lnTo>
                <a:lnTo>
                  <a:pt x="259842" y="263010"/>
                </a:lnTo>
                <a:lnTo>
                  <a:pt x="264566" y="262815"/>
                </a:lnTo>
                <a:lnTo>
                  <a:pt x="269291" y="262601"/>
                </a:lnTo>
                <a:lnTo>
                  <a:pt x="274015" y="262367"/>
                </a:lnTo>
                <a:lnTo>
                  <a:pt x="278740" y="262110"/>
                </a:lnTo>
                <a:lnTo>
                  <a:pt x="283464" y="261828"/>
                </a:lnTo>
                <a:lnTo>
                  <a:pt x="288188" y="261521"/>
                </a:lnTo>
                <a:lnTo>
                  <a:pt x="292913" y="261185"/>
                </a:lnTo>
                <a:lnTo>
                  <a:pt x="297637" y="260819"/>
                </a:lnTo>
                <a:lnTo>
                  <a:pt x="302362" y="260420"/>
                </a:lnTo>
                <a:lnTo>
                  <a:pt x="307086" y="259987"/>
                </a:lnTo>
                <a:lnTo>
                  <a:pt x="311810" y="259516"/>
                </a:lnTo>
                <a:lnTo>
                  <a:pt x="316535" y="259005"/>
                </a:lnTo>
                <a:lnTo>
                  <a:pt x="321259" y="258452"/>
                </a:lnTo>
                <a:lnTo>
                  <a:pt x="325984" y="257853"/>
                </a:lnTo>
                <a:lnTo>
                  <a:pt x="330708" y="257206"/>
                </a:lnTo>
                <a:lnTo>
                  <a:pt x="335432" y="256508"/>
                </a:lnTo>
                <a:lnTo>
                  <a:pt x="340157" y="255755"/>
                </a:lnTo>
                <a:lnTo>
                  <a:pt x="344881" y="254944"/>
                </a:lnTo>
                <a:lnTo>
                  <a:pt x="349606" y="254072"/>
                </a:lnTo>
                <a:lnTo>
                  <a:pt x="354330" y="253136"/>
                </a:lnTo>
                <a:lnTo>
                  <a:pt x="359054" y="252132"/>
                </a:lnTo>
                <a:lnTo>
                  <a:pt x="363779" y="251057"/>
                </a:lnTo>
                <a:lnTo>
                  <a:pt x="368503" y="249907"/>
                </a:lnTo>
                <a:lnTo>
                  <a:pt x="373228" y="248678"/>
                </a:lnTo>
                <a:lnTo>
                  <a:pt x="377952" y="247367"/>
                </a:lnTo>
                <a:lnTo>
                  <a:pt x="382676" y="245969"/>
                </a:lnTo>
                <a:lnTo>
                  <a:pt x="387401" y="244483"/>
                </a:lnTo>
                <a:lnTo>
                  <a:pt x="392125" y="242903"/>
                </a:lnTo>
                <a:lnTo>
                  <a:pt x="396850" y="241226"/>
                </a:lnTo>
                <a:lnTo>
                  <a:pt x="401574" y="239448"/>
                </a:lnTo>
                <a:lnTo>
                  <a:pt x="406298" y="237567"/>
                </a:lnTo>
                <a:lnTo>
                  <a:pt x="411023" y="235579"/>
                </a:lnTo>
                <a:lnTo>
                  <a:pt x="415747" y="233479"/>
                </a:lnTo>
                <a:lnTo>
                  <a:pt x="420472" y="231266"/>
                </a:lnTo>
                <a:lnTo>
                  <a:pt x="425196" y="228937"/>
                </a:lnTo>
                <a:lnTo>
                  <a:pt x="429920" y="226488"/>
                </a:lnTo>
                <a:lnTo>
                  <a:pt x="434645" y="223917"/>
                </a:lnTo>
                <a:lnTo>
                  <a:pt x="439369" y="221222"/>
                </a:lnTo>
                <a:lnTo>
                  <a:pt x="444094" y="218400"/>
                </a:lnTo>
                <a:lnTo>
                  <a:pt x="448818" y="215451"/>
                </a:lnTo>
                <a:lnTo>
                  <a:pt x="453542" y="212372"/>
                </a:lnTo>
                <a:lnTo>
                  <a:pt x="458267" y="209163"/>
                </a:lnTo>
                <a:lnTo>
                  <a:pt x="462991" y="205823"/>
                </a:lnTo>
                <a:lnTo>
                  <a:pt x="467716" y="202351"/>
                </a:lnTo>
                <a:lnTo>
                  <a:pt x="472440" y="198749"/>
                </a:lnTo>
                <a:lnTo>
                  <a:pt x="477164" y="195016"/>
                </a:lnTo>
                <a:lnTo>
                  <a:pt x="481889" y="191154"/>
                </a:lnTo>
                <a:lnTo>
                  <a:pt x="486613" y="187164"/>
                </a:lnTo>
                <a:lnTo>
                  <a:pt x="491338" y="183049"/>
                </a:lnTo>
                <a:lnTo>
                  <a:pt x="496062" y="178812"/>
                </a:lnTo>
                <a:lnTo>
                  <a:pt x="500786" y="174455"/>
                </a:lnTo>
                <a:lnTo>
                  <a:pt x="505511" y="169982"/>
                </a:lnTo>
                <a:lnTo>
                  <a:pt x="510235" y="165399"/>
                </a:lnTo>
                <a:lnTo>
                  <a:pt x="514960" y="160709"/>
                </a:lnTo>
                <a:lnTo>
                  <a:pt x="519684" y="155920"/>
                </a:lnTo>
                <a:lnTo>
                  <a:pt x="524408" y="151036"/>
                </a:lnTo>
                <a:lnTo>
                  <a:pt x="529133" y="146065"/>
                </a:lnTo>
                <a:lnTo>
                  <a:pt x="533857" y="141015"/>
                </a:lnTo>
                <a:lnTo>
                  <a:pt x="538582" y="135893"/>
                </a:lnTo>
                <a:lnTo>
                  <a:pt x="543306" y="130707"/>
                </a:lnTo>
                <a:lnTo>
                  <a:pt x="548030" y="125469"/>
                </a:lnTo>
                <a:lnTo>
                  <a:pt x="552755" y="120186"/>
                </a:lnTo>
                <a:lnTo>
                  <a:pt x="557479" y="114869"/>
                </a:lnTo>
                <a:lnTo>
                  <a:pt x="562204" y="109530"/>
                </a:lnTo>
                <a:lnTo>
                  <a:pt x="566928" y="104179"/>
                </a:lnTo>
                <a:lnTo>
                  <a:pt x="571652" y="98828"/>
                </a:lnTo>
                <a:lnTo>
                  <a:pt x="576377" y="93489"/>
                </a:lnTo>
                <a:lnTo>
                  <a:pt x="581101" y="88175"/>
                </a:lnTo>
                <a:lnTo>
                  <a:pt x="585826" y="82898"/>
                </a:lnTo>
                <a:lnTo>
                  <a:pt x="590550" y="77671"/>
                </a:lnTo>
                <a:lnTo>
                  <a:pt x="595274" y="72508"/>
                </a:lnTo>
                <a:lnTo>
                  <a:pt x="599999" y="67421"/>
                </a:lnTo>
                <a:lnTo>
                  <a:pt x="604723" y="62426"/>
                </a:lnTo>
                <a:lnTo>
                  <a:pt x="609448" y="57534"/>
                </a:lnTo>
                <a:lnTo>
                  <a:pt x="614172" y="52759"/>
                </a:lnTo>
                <a:lnTo>
                  <a:pt x="618896" y="48115"/>
                </a:lnTo>
                <a:lnTo>
                  <a:pt x="623621" y="43616"/>
                </a:lnTo>
                <a:lnTo>
                  <a:pt x="628345" y="39274"/>
                </a:lnTo>
                <a:lnTo>
                  <a:pt x="633070" y="35101"/>
                </a:lnTo>
                <a:lnTo>
                  <a:pt x="637794" y="31112"/>
                </a:lnTo>
                <a:lnTo>
                  <a:pt x="642518" y="27317"/>
                </a:lnTo>
                <a:lnTo>
                  <a:pt x="647243" y="23728"/>
                </a:lnTo>
                <a:lnTo>
                  <a:pt x="651967" y="20357"/>
                </a:lnTo>
                <a:lnTo>
                  <a:pt x="656692" y="17214"/>
                </a:lnTo>
                <a:lnTo>
                  <a:pt x="661416" y="14309"/>
                </a:lnTo>
                <a:lnTo>
                  <a:pt x="666140" y="11651"/>
                </a:lnTo>
                <a:lnTo>
                  <a:pt x="670865" y="9249"/>
                </a:lnTo>
                <a:lnTo>
                  <a:pt x="675589" y="7111"/>
                </a:lnTo>
                <a:lnTo>
                  <a:pt x="680314" y="5243"/>
                </a:lnTo>
                <a:lnTo>
                  <a:pt x="685038" y="3652"/>
                </a:lnTo>
                <a:lnTo>
                  <a:pt x="689762" y="2344"/>
                </a:lnTo>
                <a:lnTo>
                  <a:pt x="694487" y="1321"/>
                </a:lnTo>
                <a:lnTo>
                  <a:pt x="699211" y="588"/>
                </a:lnTo>
                <a:lnTo>
                  <a:pt x="703936" y="148"/>
                </a:lnTo>
                <a:lnTo>
                  <a:pt x="708660" y="0"/>
                </a:lnTo>
                <a:lnTo>
                  <a:pt x="713384" y="148"/>
                </a:lnTo>
                <a:lnTo>
                  <a:pt x="718109" y="588"/>
                </a:lnTo>
                <a:lnTo>
                  <a:pt x="722833" y="1321"/>
                </a:lnTo>
                <a:lnTo>
                  <a:pt x="727558" y="2344"/>
                </a:lnTo>
                <a:lnTo>
                  <a:pt x="732282" y="3652"/>
                </a:lnTo>
                <a:lnTo>
                  <a:pt x="737006" y="5243"/>
                </a:lnTo>
                <a:lnTo>
                  <a:pt x="741731" y="7111"/>
                </a:lnTo>
                <a:lnTo>
                  <a:pt x="746455" y="9249"/>
                </a:lnTo>
                <a:lnTo>
                  <a:pt x="751180" y="11651"/>
                </a:lnTo>
                <a:lnTo>
                  <a:pt x="755904" y="14309"/>
                </a:lnTo>
                <a:lnTo>
                  <a:pt x="760628" y="17214"/>
                </a:lnTo>
                <a:lnTo>
                  <a:pt x="765353" y="20357"/>
                </a:lnTo>
                <a:lnTo>
                  <a:pt x="770077" y="23728"/>
                </a:lnTo>
                <a:lnTo>
                  <a:pt x="774802" y="27317"/>
                </a:lnTo>
                <a:lnTo>
                  <a:pt x="779526" y="31112"/>
                </a:lnTo>
                <a:lnTo>
                  <a:pt x="784250" y="35101"/>
                </a:lnTo>
                <a:lnTo>
                  <a:pt x="788975" y="39274"/>
                </a:lnTo>
                <a:lnTo>
                  <a:pt x="793699" y="43616"/>
                </a:lnTo>
                <a:lnTo>
                  <a:pt x="798424" y="48115"/>
                </a:lnTo>
                <a:lnTo>
                  <a:pt x="803148" y="52759"/>
                </a:lnTo>
                <a:lnTo>
                  <a:pt x="807872" y="57534"/>
                </a:lnTo>
                <a:lnTo>
                  <a:pt x="812597" y="62426"/>
                </a:lnTo>
                <a:lnTo>
                  <a:pt x="817321" y="67421"/>
                </a:lnTo>
                <a:lnTo>
                  <a:pt x="822046" y="72508"/>
                </a:lnTo>
                <a:lnTo>
                  <a:pt x="826770" y="77671"/>
                </a:lnTo>
                <a:lnTo>
                  <a:pt x="831494" y="82898"/>
                </a:lnTo>
                <a:lnTo>
                  <a:pt x="836219" y="88175"/>
                </a:lnTo>
                <a:lnTo>
                  <a:pt x="840943" y="93489"/>
                </a:lnTo>
                <a:lnTo>
                  <a:pt x="845668" y="98828"/>
                </a:lnTo>
                <a:lnTo>
                  <a:pt x="850392" y="104179"/>
                </a:lnTo>
                <a:lnTo>
                  <a:pt x="855116" y="109530"/>
                </a:lnTo>
                <a:lnTo>
                  <a:pt x="859841" y="114869"/>
                </a:lnTo>
                <a:lnTo>
                  <a:pt x="864565" y="120186"/>
                </a:lnTo>
                <a:lnTo>
                  <a:pt x="869290" y="125469"/>
                </a:lnTo>
                <a:lnTo>
                  <a:pt x="874014" y="130707"/>
                </a:lnTo>
                <a:lnTo>
                  <a:pt x="878738" y="135893"/>
                </a:lnTo>
                <a:lnTo>
                  <a:pt x="883463" y="141015"/>
                </a:lnTo>
                <a:lnTo>
                  <a:pt x="888187" y="146065"/>
                </a:lnTo>
                <a:lnTo>
                  <a:pt x="892912" y="151036"/>
                </a:lnTo>
                <a:lnTo>
                  <a:pt x="897636" y="155920"/>
                </a:lnTo>
                <a:lnTo>
                  <a:pt x="902360" y="160709"/>
                </a:lnTo>
                <a:lnTo>
                  <a:pt x="907085" y="165399"/>
                </a:lnTo>
                <a:lnTo>
                  <a:pt x="911809" y="169982"/>
                </a:lnTo>
                <a:lnTo>
                  <a:pt x="916534" y="174455"/>
                </a:lnTo>
                <a:lnTo>
                  <a:pt x="921258" y="178812"/>
                </a:lnTo>
                <a:lnTo>
                  <a:pt x="925982" y="183049"/>
                </a:lnTo>
                <a:lnTo>
                  <a:pt x="930707" y="187164"/>
                </a:lnTo>
                <a:lnTo>
                  <a:pt x="935431" y="191154"/>
                </a:lnTo>
                <a:lnTo>
                  <a:pt x="940156" y="195016"/>
                </a:lnTo>
                <a:lnTo>
                  <a:pt x="944880" y="198749"/>
                </a:lnTo>
                <a:lnTo>
                  <a:pt x="949604" y="202351"/>
                </a:lnTo>
                <a:lnTo>
                  <a:pt x="954329" y="205823"/>
                </a:lnTo>
                <a:lnTo>
                  <a:pt x="959053" y="209163"/>
                </a:lnTo>
                <a:lnTo>
                  <a:pt x="963778" y="212372"/>
                </a:lnTo>
                <a:lnTo>
                  <a:pt x="968502" y="215451"/>
                </a:lnTo>
                <a:lnTo>
                  <a:pt x="973226" y="218400"/>
                </a:lnTo>
                <a:lnTo>
                  <a:pt x="977951" y="221222"/>
                </a:lnTo>
                <a:lnTo>
                  <a:pt x="982675" y="223917"/>
                </a:lnTo>
                <a:lnTo>
                  <a:pt x="987400" y="226488"/>
                </a:lnTo>
                <a:lnTo>
                  <a:pt x="992124" y="228937"/>
                </a:lnTo>
                <a:lnTo>
                  <a:pt x="996848" y="231266"/>
                </a:lnTo>
                <a:lnTo>
                  <a:pt x="1001573" y="233479"/>
                </a:lnTo>
                <a:lnTo>
                  <a:pt x="1006297" y="235579"/>
                </a:lnTo>
                <a:lnTo>
                  <a:pt x="1011022" y="237567"/>
                </a:lnTo>
                <a:lnTo>
                  <a:pt x="1015746" y="239448"/>
                </a:lnTo>
                <a:lnTo>
                  <a:pt x="1020470" y="241226"/>
                </a:lnTo>
                <a:lnTo>
                  <a:pt x="1025195" y="242903"/>
                </a:lnTo>
                <a:lnTo>
                  <a:pt x="1029919" y="244483"/>
                </a:lnTo>
                <a:lnTo>
                  <a:pt x="1034644" y="245969"/>
                </a:lnTo>
                <a:lnTo>
                  <a:pt x="1039368" y="247367"/>
                </a:lnTo>
                <a:lnTo>
                  <a:pt x="1044092" y="248678"/>
                </a:lnTo>
                <a:lnTo>
                  <a:pt x="1048817" y="249907"/>
                </a:lnTo>
                <a:lnTo>
                  <a:pt x="1053541" y="251057"/>
                </a:lnTo>
                <a:lnTo>
                  <a:pt x="1058266" y="252132"/>
                </a:lnTo>
                <a:lnTo>
                  <a:pt x="1062990" y="253136"/>
                </a:lnTo>
                <a:lnTo>
                  <a:pt x="1067714" y="254072"/>
                </a:lnTo>
                <a:lnTo>
                  <a:pt x="1072439" y="254944"/>
                </a:lnTo>
                <a:lnTo>
                  <a:pt x="1077163" y="255755"/>
                </a:lnTo>
                <a:lnTo>
                  <a:pt x="1081888" y="256508"/>
                </a:lnTo>
                <a:lnTo>
                  <a:pt x="1086612" y="257206"/>
                </a:lnTo>
                <a:lnTo>
                  <a:pt x="1091336" y="257853"/>
                </a:lnTo>
                <a:lnTo>
                  <a:pt x="1096061" y="258452"/>
                </a:lnTo>
                <a:lnTo>
                  <a:pt x="1100785" y="259005"/>
                </a:lnTo>
                <a:lnTo>
                  <a:pt x="1105510" y="259516"/>
                </a:lnTo>
                <a:lnTo>
                  <a:pt x="1110234" y="259987"/>
                </a:lnTo>
                <a:lnTo>
                  <a:pt x="1114958" y="260420"/>
                </a:lnTo>
                <a:lnTo>
                  <a:pt x="1119683" y="260819"/>
                </a:lnTo>
                <a:lnTo>
                  <a:pt x="1124407" y="261185"/>
                </a:lnTo>
                <a:lnTo>
                  <a:pt x="1129132" y="261521"/>
                </a:lnTo>
                <a:lnTo>
                  <a:pt x="1133856" y="261828"/>
                </a:lnTo>
                <a:lnTo>
                  <a:pt x="1133856" y="264769"/>
                </a:lnTo>
                <a:close/>
              </a:path>
            </a:pathLst>
          </a:custGeom>
          <a:solidFill>
            <a:srgbClr val="0072B2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380700" y="1157565"/>
            <a:ext cx="746548" cy="264769"/>
          </a:xfrm>
          <a:custGeom>
            <a:avLst/>
            <a:gdLst/>
            <a:ahLst/>
            <a:cxnLst/>
            <a:rect l="l" t="t" r="r" b="b"/>
            <a:pathLst>
              <a:path w="746548" h="264769">
                <a:moveTo>
                  <a:pt x="0" y="264769"/>
                </a:moveTo>
                <a:lnTo>
                  <a:pt x="0" y="9294"/>
                </a:lnTo>
                <a:lnTo>
                  <a:pt x="93" y="9249"/>
                </a:lnTo>
                <a:lnTo>
                  <a:pt x="4817" y="7111"/>
                </a:lnTo>
                <a:lnTo>
                  <a:pt x="9542" y="5243"/>
                </a:lnTo>
                <a:lnTo>
                  <a:pt x="14266" y="3652"/>
                </a:lnTo>
                <a:lnTo>
                  <a:pt x="18990" y="2344"/>
                </a:lnTo>
                <a:lnTo>
                  <a:pt x="23715" y="1321"/>
                </a:lnTo>
                <a:lnTo>
                  <a:pt x="28439" y="588"/>
                </a:lnTo>
                <a:lnTo>
                  <a:pt x="33164" y="148"/>
                </a:lnTo>
                <a:lnTo>
                  <a:pt x="37888" y="0"/>
                </a:lnTo>
                <a:lnTo>
                  <a:pt x="42612" y="148"/>
                </a:lnTo>
                <a:lnTo>
                  <a:pt x="47337" y="588"/>
                </a:lnTo>
                <a:lnTo>
                  <a:pt x="52061" y="1321"/>
                </a:lnTo>
                <a:lnTo>
                  <a:pt x="56786" y="2344"/>
                </a:lnTo>
                <a:lnTo>
                  <a:pt x="61510" y="3652"/>
                </a:lnTo>
                <a:lnTo>
                  <a:pt x="66234" y="5243"/>
                </a:lnTo>
                <a:lnTo>
                  <a:pt x="70959" y="7111"/>
                </a:lnTo>
                <a:lnTo>
                  <a:pt x="75683" y="9249"/>
                </a:lnTo>
                <a:lnTo>
                  <a:pt x="80408" y="11651"/>
                </a:lnTo>
                <a:lnTo>
                  <a:pt x="85132" y="14309"/>
                </a:lnTo>
                <a:lnTo>
                  <a:pt x="89856" y="17214"/>
                </a:lnTo>
                <a:lnTo>
                  <a:pt x="94581" y="20357"/>
                </a:lnTo>
                <a:lnTo>
                  <a:pt x="99305" y="23728"/>
                </a:lnTo>
                <a:lnTo>
                  <a:pt x="104030" y="27317"/>
                </a:lnTo>
                <a:lnTo>
                  <a:pt x="108754" y="31112"/>
                </a:lnTo>
                <a:lnTo>
                  <a:pt x="113478" y="35101"/>
                </a:lnTo>
                <a:lnTo>
                  <a:pt x="118203" y="39274"/>
                </a:lnTo>
                <a:lnTo>
                  <a:pt x="122927" y="43616"/>
                </a:lnTo>
                <a:lnTo>
                  <a:pt x="127652" y="48115"/>
                </a:lnTo>
                <a:lnTo>
                  <a:pt x="132376" y="52759"/>
                </a:lnTo>
                <a:lnTo>
                  <a:pt x="137100" y="57534"/>
                </a:lnTo>
                <a:lnTo>
                  <a:pt x="141825" y="62426"/>
                </a:lnTo>
                <a:lnTo>
                  <a:pt x="146549" y="67421"/>
                </a:lnTo>
                <a:lnTo>
                  <a:pt x="151274" y="72508"/>
                </a:lnTo>
                <a:lnTo>
                  <a:pt x="155998" y="77671"/>
                </a:lnTo>
                <a:lnTo>
                  <a:pt x="160722" y="82898"/>
                </a:lnTo>
                <a:lnTo>
                  <a:pt x="165447" y="88175"/>
                </a:lnTo>
                <a:lnTo>
                  <a:pt x="170171" y="93489"/>
                </a:lnTo>
                <a:lnTo>
                  <a:pt x="174896" y="98828"/>
                </a:lnTo>
                <a:lnTo>
                  <a:pt x="179620" y="104179"/>
                </a:lnTo>
                <a:lnTo>
                  <a:pt x="184344" y="109530"/>
                </a:lnTo>
                <a:lnTo>
                  <a:pt x="189069" y="114869"/>
                </a:lnTo>
                <a:lnTo>
                  <a:pt x="193793" y="120186"/>
                </a:lnTo>
                <a:lnTo>
                  <a:pt x="198518" y="125469"/>
                </a:lnTo>
                <a:lnTo>
                  <a:pt x="203242" y="130707"/>
                </a:lnTo>
                <a:lnTo>
                  <a:pt x="207966" y="135893"/>
                </a:lnTo>
                <a:lnTo>
                  <a:pt x="212691" y="141015"/>
                </a:lnTo>
                <a:lnTo>
                  <a:pt x="217415" y="146065"/>
                </a:lnTo>
                <a:lnTo>
                  <a:pt x="222140" y="151036"/>
                </a:lnTo>
                <a:lnTo>
                  <a:pt x="226864" y="155920"/>
                </a:lnTo>
                <a:lnTo>
                  <a:pt x="231588" y="160709"/>
                </a:lnTo>
                <a:lnTo>
                  <a:pt x="236313" y="165399"/>
                </a:lnTo>
                <a:lnTo>
                  <a:pt x="241037" y="169982"/>
                </a:lnTo>
                <a:lnTo>
                  <a:pt x="245762" y="174455"/>
                </a:lnTo>
                <a:lnTo>
                  <a:pt x="250486" y="178812"/>
                </a:lnTo>
                <a:lnTo>
                  <a:pt x="255210" y="183049"/>
                </a:lnTo>
                <a:lnTo>
                  <a:pt x="259935" y="187164"/>
                </a:lnTo>
                <a:lnTo>
                  <a:pt x="264659" y="191154"/>
                </a:lnTo>
                <a:lnTo>
                  <a:pt x="269384" y="195016"/>
                </a:lnTo>
                <a:lnTo>
                  <a:pt x="274108" y="198749"/>
                </a:lnTo>
                <a:lnTo>
                  <a:pt x="278832" y="202351"/>
                </a:lnTo>
                <a:lnTo>
                  <a:pt x="283557" y="205823"/>
                </a:lnTo>
                <a:lnTo>
                  <a:pt x="288281" y="209163"/>
                </a:lnTo>
                <a:lnTo>
                  <a:pt x="293006" y="212372"/>
                </a:lnTo>
                <a:lnTo>
                  <a:pt x="297730" y="215451"/>
                </a:lnTo>
                <a:lnTo>
                  <a:pt x="302454" y="218400"/>
                </a:lnTo>
                <a:lnTo>
                  <a:pt x="307179" y="221222"/>
                </a:lnTo>
                <a:lnTo>
                  <a:pt x="311903" y="223917"/>
                </a:lnTo>
                <a:lnTo>
                  <a:pt x="316628" y="226488"/>
                </a:lnTo>
                <a:lnTo>
                  <a:pt x="321352" y="228937"/>
                </a:lnTo>
                <a:lnTo>
                  <a:pt x="326076" y="231266"/>
                </a:lnTo>
                <a:lnTo>
                  <a:pt x="330801" y="233479"/>
                </a:lnTo>
                <a:lnTo>
                  <a:pt x="335525" y="235579"/>
                </a:lnTo>
                <a:lnTo>
                  <a:pt x="340250" y="237567"/>
                </a:lnTo>
                <a:lnTo>
                  <a:pt x="344974" y="239448"/>
                </a:lnTo>
                <a:lnTo>
                  <a:pt x="349698" y="241226"/>
                </a:lnTo>
                <a:lnTo>
                  <a:pt x="354423" y="242903"/>
                </a:lnTo>
                <a:lnTo>
                  <a:pt x="359147" y="244483"/>
                </a:lnTo>
                <a:lnTo>
                  <a:pt x="363872" y="245969"/>
                </a:lnTo>
                <a:lnTo>
                  <a:pt x="368596" y="247367"/>
                </a:lnTo>
                <a:lnTo>
                  <a:pt x="373320" y="248678"/>
                </a:lnTo>
                <a:lnTo>
                  <a:pt x="378045" y="249907"/>
                </a:lnTo>
                <a:lnTo>
                  <a:pt x="382769" y="251057"/>
                </a:lnTo>
                <a:lnTo>
                  <a:pt x="387494" y="252132"/>
                </a:lnTo>
                <a:lnTo>
                  <a:pt x="392218" y="253136"/>
                </a:lnTo>
                <a:lnTo>
                  <a:pt x="396942" y="254072"/>
                </a:lnTo>
                <a:lnTo>
                  <a:pt x="401667" y="254944"/>
                </a:lnTo>
                <a:lnTo>
                  <a:pt x="406391" y="255755"/>
                </a:lnTo>
                <a:lnTo>
                  <a:pt x="411116" y="256508"/>
                </a:lnTo>
                <a:lnTo>
                  <a:pt x="415840" y="257206"/>
                </a:lnTo>
                <a:lnTo>
                  <a:pt x="420564" y="257853"/>
                </a:lnTo>
                <a:lnTo>
                  <a:pt x="425289" y="258452"/>
                </a:lnTo>
                <a:lnTo>
                  <a:pt x="430013" y="259005"/>
                </a:lnTo>
                <a:lnTo>
                  <a:pt x="434738" y="259516"/>
                </a:lnTo>
                <a:lnTo>
                  <a:pt x="439462" y="259987"/>
                </a:lnTo>
                <a:lnTo>
                  <a:pt x="444186" y="260420"/>
                </a:lnTo>
                <a:lnTo>
                  <a:pt x="448911" y="260819"/>
                </a:lnTo>
                <a:lnTo>
                  <a:pt x="453635" y="261185"/>
                </a:lnTo>
                <a:lnTo>
                  <a:pt x="458360" y="261521"/>
                </a:lnTo>
                <a:lnTo>
                  <a:pt x="463084" y="261828"/>
                </a:lnTo>
                <a:lnTo>
                  <a:pt x="467808" y="262110"/>
                </a:lnTo>
                <a:lnTo>
                  <a:pt x="472533" y="262367"/>
                </a:lnTo>
                <a:lnTo>
                  <a:pt x="477257" y="262601"/>
                </a:lnTo>
                <a:lnTo>
                  <a:pt x="481982" y="262815"/>
                </a:lnTo>
                <a:lnTo>
                  <a:pt x="486706" y="263010"/>
                </a:lnTo>
                <a:lnTo>
                  <a:pt x="491430" y="263187"/>
                </a:lnTo>
                <a:lnTo>
                  <a:pt x="496155" y="263348"/>
                </a:lnTo>
                <a:lnTo>
                  <a:pt x="500879" y="263494"/>
                </a:lnTo>
                <a:lnTo>
                  <a:pt x="505604" y="263626"/>
                </a:lnTo>
                <a:lnTo>
                  <a:pt x="510328" y="263746"/>
                </a:lnTo>
                <a:lnTo>
                  <a:pt x="515052" y="263854"/>
                </a:lnTo>
                <a:lnTo>
                  <a:pt x="519777" y="263952"/>
                </a:lnTo>
                <a:lnTo>
                  <a:pt x="524501" y="264040"/>
                </a:lnTo>
                <a:lnTo>
                  <a:pt x="529226" y="264119"/>
                </a:lnTo>
                <a:lnTo>
                  <a:pt x="533950" y="264190"/>
                </a:lnTo>
                <a:lnTo>
                  <a:pt x="538674" y="264254"/>
                </a:lnTo>
                <a:lnTo>
                  <a:pt x="543399" y="264312"/>
                </a:lnTo>
                <a:lnTo>
                  <a:pt x="548123" y="264363"/>
                </a:lnTo>
                <a:lnTo>
                  <a:pt x="552848" y="264409"/>
                </a:lnTo>
                <a:lnTo>
                  <a:pt x="557572" y="264451"/>
                </a:lnTo>
                <a:lnTo>
                  <a:pt x="562296" y="264488"/>
                </a:lnTo>
                <a:lnTo>
                  <a:pt x="567021" y="264520"/>
                </a:lnTo>
                <a:lnTo>
                  <a:pt x="571745" y="264550"/>
                </a:lnTo>
                <a:lnTo>
                  <a:pt x="576470" y="264576"/>
                </a:lnTo>
                <a:lnTo>
                  <a:pt x="581194" y="264599"/>
                </a:lnTo>
                <a:lnTo>
                  <a:pt x="585918" y="264619"/>
                </a:lnTo>
                <a:lnTo>
                  <a:pt x="590643" y="264638"/>
                </a:lnTo>
                <a:lnTo>
                  <a:pt x="595367" y="264654"/>
                </a:lnTo>
                <a:lnTo>
                  <a:pt x="600092" y="264668"/>
                </a:lnTo>
                <a:lnTo>
                  <a:pt x="604816" y="264681"/>
                </a:lnTo>
                <a:lnTo>
                  <a:pt x="609540" y="264692"/>
                </a:lnTo>
                <a:lnTo>
                  <a:pt x="614265" y="264702"/>
                </a:lnTo>
                <a:lnTo>
                  <a:pt x="618989" y="264710"/>
                </a:lnTo>
                <a:lnTo>
                  <a:pt x="623714" y="264718"/>
                </a:lnTo>
                <a:lnTo>
                  <a:pt x="628438" y="264724"/>
                </a:lnTo>
                <a:lnTo>
                  <a:pt x="633162" y="264730"/>
                </a:lnTo>
                <a:lnTo>
                  <a:pt x="637887" y="264735"/>
                </a:lnTo>
                <a:lnTo>
                  <a:pt x="642611" y="264740"/>
                </a:lnTo>
                <a:lnTo>
                  <a:pt x="647336" y="264744"/>
                </a:lnTo>
                <a:lnTo>
                  <a:pt x="652060" y="264747"/>
                </a:lnTo>
                <a:lnTo>
                  <a:pt x="656784" y="264750"/>
                </a:lnTo>
                <a:lnTo>
                  <a:pt x="661509" y="264753"/>
                </a:lnTo>
                <a:lnTo>
                  <a:pt x="666233" y="264755"/>
                </a:lnTo>
                <a:lnTo>
                  <a:pt x="670958" y="264757"/>
                </a:lnTo>
                <a:lnTo>
                  <a:pt x="675682" y="264759"/>
                </a:lnTo>
                <a:lnTo>
                  <a:pt x="680406" y="264760"/>
                </a:lnTo>
                <a:lnTo>
                  <a:pt x="685131" y="264762"/>
                </a:lnTo>
                <a:lnTo>
                  <a:pt x="689855" y="264763"/>
                </a:lnTo>
                <a:lnTo>
                  <a:pt x="694580" y="264764"/>
                </a:lnTo>
                <a:lnTo>
                  <a:pt x="699304" y="264765"/>
                </a:lnTo>
                <a:lnTo>
                  <a:pt x="704028" y="264765"/>
                </a:lnTo>
                <a:lnTo>
                  <a:pt x="708753" y="264766"/>
                </a:lnTo>
                <a:lnTo>
                  <a:pt x="713477" y="264766"/>
                </a:lnTo>
                <a:lnTo>
                  <a:pt x="718202" y="264767"/>
                </a:lnTo>
                <a:lnTo>
                  <a:pt x="722926" y="264767"/>
                </a:lnTo>
                <a:lnTo>
                  <a:pt x="727650" y="264768"/>
                </a:lnTo>
                <a:lnTo>
                  <a:pt x="732375" y="264768"/>
                </a:lnTo>
                <a:lnTo>
                  <a:pt x="737099" y="264768"/>
                </a:lnTo>
                <a:lnTo>
                  <a:pt x="741824" y="264768"/>
                </a:lnTo>
                <a:lnTo>
                  <a:pt x="746548" y="264768"/>
                </a:lnTo>
                <a:lnTo>
                  <a:pt x="746548" y="264769"/>
                </a:lnTo>
                <a:close/>
              </a:path>
            </a:pathLst>
          </a:custGeom>
          <a:solidFill>
            <a:srgbClr val="D55E00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993392" y="1157565"/>
            <a:ext cx="1133856" cy="264768"/>
          </a:xfrm>
          <a:custGeom>
            <a:avLst/>
            <a:gdLst/>
            <a:ahLst/>
            <a:cxnLst/>
            <a:rect l="l" t="t" r="r" b="b"/>
            <a:pathLst>
              <a:path w="1133856" h="264768">
                <a:moveTo>
                  <a:pt x="0" y="261828"/>
                </a:moveTo>
                <a:lnTo>
                  <a:pt x="4724" y="261521"/>
                </a:lnTo>
                <a:lnTo>
                  <a:pt x="9449" y="261185"/>
                </a:lnTo>
                <a:lnTo>
                  <a:pt x="14173" y="260819"/>
                </a:lnTo>
                <a:lnTo>
                  <a:pt x="18898" y="260420"/>
                </a:lnTo>
                <a:lnTo>
                  <a:pt x="23622" y="259987"/>
                </a:lnTo>
                <a:lnTo>
                  <a:pt x="28346" y="259516"/>
                </a:lnTo>
                <a:lnTo>
                  <a:pt x="33071" y="259005"/>
                </a:lnTo>
                <a:lnTo>
                  <a:pt x="37795" y="258452"/>
                </a:lnTo>
                <a:lnTo>
                  <a:pt x="42520" y="257853"/>
                </a:lnTo>
                <a:lnTo>
                  <a:pt x="47244" y="257206"/>
                </a:lnTo>
                <a:lnTo>
                  <a:pt x="51968" y="256508"/>
                </a:lnTo>
                <a:lnTo>
                  <a:pt x="56693" y="255755"/>
                </a:lnTo>
                <a:lnTo>
                  <a:pt x="61417" y="254944"/>
                </a:lnTo>
                <a:lnTo>
                  <a:pt x="66142" y="254072"/>
                </a:lnTo>
                <a:lnTo>
                  <a:pt x="70866" y="253136"/>
                </a:lnTo>
                <a:lnTo>
                  <a:pt x="75590" y="252132"/>
                </a:lnTo>
                <a:lnTo>
                  <a:pt x="80315" y="251057"/>
                </a:lnTo>
                <a:lnTo>
                  <a:pt x="85039" y="249907"/>
                </a:lnTo>
                <a:lnTo>
                  <a:pt x="89764" y="248678"/>
                </a:lnTo>
                <a:lnTo>
                  <a:pt x="94488" y="247367"/>
                </a:lnTo>
                <a:lnTo>
                  <a:pt x="99212" y="245969"/>
                </a:lnTo>
                <a:lnTo>
                  <a:pt x="103937" y="244483"/>
                </a:lnTo>
                <a:lnTo>
                  <a:pt x="108661" y="242903"/>
                </a:lnTo>
                <a:lnTo>
                  <a:pt x="113386" y="241226"/>
                </a:lnTo>
                <a:lnTo>
                  <a:pt x="118110" y="239448"/>
                </a:lnTo>
                <a:lnTo>
                  <a:pt x="122834" y="237567"/>
                </a:lnTo>
                <a:lnTo>
                  <a:pt x="127559" y="235579"/>
                </a:lnTo>
                <a:lnTo>
                  <a:pt x="132283" y="233479"/>
                </a:lnTo>
                <a:lnTo>
                  <a:pt x="137008" y="231266"/>
                </a:lnTo>
                <a:lnTo>
                  <a:pt x="141732" y="228937"/>
                </a:lnTo>
                <a:lnTo>
                  <a:pt x="146456" y="226488"/>
                </a:lnTo>
                <a:lnTo>
                  <a:pt x="151181" y="223917"/>
                </a:lnTo>
                <a:lnTo>
                  <a:pt x="155905" y="221222"/>
                </a:lnTo>
                <a:lnTo>
                  <a:pt x="160630" y="218400"/>
                </a:lnTo>
                <a:lnTo>
                  <a:pt x="165354" y="215451"/>
                </a:lnTo>
                <a:lnTo>
                  <a:pt x="170078" y="212372"/>
                </a:lnTo>
                <a:lnTo>
                  <a:pt x="174803" y="209163"/>
                </a:lnTo>
                <a:lnTo>
                  <a:pt x="179527" y="205823"/>
                </a:lnTo>
                <a:lnTo>
                  <a:pt x="184252" y="202351"/>
                </a:lnTo>
                <a:lnTo>
                  <a:pt x="188976" y="198749"/>
                </a:lnTo>
                <a:lnTo>
                  <a:pt x="193700" y="195016"/>
                </a:lnTo>
                <a:lnTo>
                  <a:pt x="198425" y="191154"/>
                </a:lnTo>
                <a:lnTo>
                  <a:pt x="203149" y="187164"/>
                </a:lnTo>
                <a:lnTo>
                  <a:pt x="207874" y="183049"/>
                </a:lnTo>
                <a:lnTo>
                  <a:pt x="212598" y="178812"/>
                </a:lnTo>
                <a:lnTo>
                  <a:pt x="217322" y="174455"/>
                </a:lnTo>
                <a:lnTo>
                  <a:pt x="222047" y="169982"/>
                </a:lnTo>
                <a:lnTo>
                  <a:pt x="226771" y="165399"/>
                </a:lnTo>
                <a:lnTo>
                  <a:pt x="231496" y="160709"/>
                </a:lnTo>
                <a:lnTo>
                  <a:pt x="236220" y="155920"/>
                </a:lnTo>
                <a:lnTo>
                  <a:pt x="240944" y="151036"/>
                </a:lnTo>
                <a:lnTo>
                  <a:pt x="245669" y="146065"/>
                </a:lnTo>
                <a:lnTo>
                  <a:pt x="250393" y="141015"/>
                </a:lnTo>
                <a:lnTo>
                  <a:pt x="255118" y="135893"/>
                </a:lnTo>
                <a:lnTo>
                  <a:pt x="259842" y="130707"/>
                </a:lnTo>
                <a:lnTo>
                  <a:pt x="264566" y="125469"/>
                </a:lnTo>
                <a:lnTo>
                  <a:pt x="269291" y="120186"/>
                </a:lnTo>
                <a:lnTo>
                  <a:pt x="274015" y="114869"/>
                </a:lnTo>
                <a:lnTo>
                  <a:pt x="278740" y="109530"/>
                </a:lnTo>
                <a:lnTo>
                  <a:pt x="283464" y="104179"/>
                </a:lnTo>
                <a:lnTo>
                  <a:pt x="288188" y="98828"/>
                </a:lnTo>
                <a:lnTo>
                  <a:pt x="292913" y="93489"/>
                </a:lnTo>
                <a:lnTo>
                  <a:pt x="297637" y="88175"/>
                </a:lnTo>
                <a:lnTo>
                  <a:pt x="302362" y="82898"/>
                </a:lnTo>
                <a:lnTo>
                  <a:pt x="307086" y="77671"/>
                </a:lnTo>
                <a:lnTo>
                  <a:pt x="311810" y="72508"/>
                </a:lnTo>
                <a:lnTo>
                  <a:pt x="316535" y="67421"/>
                </a:lnTo>
                <a:lnTo>
                  <a:pt x="321259" y="62426"/>
                </a:lnTo>
                <a:lnTo>
                  <a:pt x="325984" y="57534"/>
                </a:lnTo>
                <a:lnTo>
                  <a:pt x="330708" y="52759"/>
                </a:lnTo>
                <a:lnTo>
                  <a:pt x="335432" y="48115"/>
                </a:lnTo>
                <a:lnTo>
                  <a:pt x="340157" y="43616"/>
                </a:lnTo>
                <a:lnTo>
                  <a:pt x="344881" y="39274"/>
                </a:lnTo>
                <a:lnTo>
                  <a:pt x="349606" y="35101"/>
                </a:lnTo>
                <a:lnTo>
                  <a:pt x="354330" y="31112"/>
                </a:lnTo>
                <a:lnTo>
                  <a:pt x="359054" y="27317"/>
                </a:lnTo>
                <a:lnTo>
                  <a:pt x="363779" y="23728"/>
                </a:lnTo>
                <a:lnTo>
                  <a:pt x="368503" y="20357"/>
                </a:lnTo>
                <a:lnTo>
                  <a:pt x="373228" y="17214"/>
                </a:lnTo>
                <a:lnTo>
                  <a:pt x="377952" y="14309"/>
                </a:lnTo>
                <a:lnTo>
                  <a:pt x="382676" y="11651"/>
                </a:lnTo>
                <a:lnTo>
                  <a:pt x="387401" y="9249"/>
                </a:lnTo>
                <a:lnTo>
                  <a:pt x="392125" y="7111"/>
                </a:lnTo>
                <a:lnTo>
                  <a:pt x="396850" y="5243"/>
                </a:lnTo>
                <a:lnTo>
                  <a:pt x="401574" y="3652"/>
                </a:lnTo>
                <a:lnTo>
                  <a:pt x="406298" y="2344"/>
                </a:lnTo>
                <a:lnTo>
                  <a:pt x="411023" y="1321"/>
                </a:lnTo>
                <a:lnTo>
                  <a:pt x="415747" y="588"/>
                </a:lnTo>
                <a:lnTo>
                  <a:pt x="420472" y="148"/>
                </a:lnTo>
                <a:lnTo>
                  <a:pt x="425196" y="0"/>
                </a:lnTo>
                <a:lnTo>
                  <a:pt x="429920" y="148"/>
                </a:lnTo>
                <a:lnTo>
                  <a:pt x="434645" y="588"/>
                </a:lnTo>
                <a:lnTo>
                  <a:pt x="439369" y="1321"/>
                </a:lnTo>
                <a:lnTo>
                  <a:pt x="444094" y="2344"/>
                </a:lnTo>
                <a:lnTo>
                  <a:pt x="448818" y="3652"/>
                </a:lnTo>
                <a:lnTo>
                  <a:pt x="453542" y="5243"/>
                </a:lnTo>
                <a:lnTo>
                  <a:pt x="458267" y="7111"/>
                </a:lnTo>
                <a:lnTo>
                  <a:pt x="462991" y="9249"/>
                </a:lnTo>
                <a:lnTo>
                  <a:pt x="467716" y="11651"/>
                </a:lnTo>
                <a:lnTo>
                  <a:pt x="472440" y="14309"/>
                </a:lnTo>
                <a:lnTo>
                  <a:pt x="477164" y="17214"/>
                </a:lnTo>
                <a:lnTo>
                  <a:pt x="481889" y="20357"/>
                </a:lnTo>
                <a:lnTo>
                  <a:pt x="486613" y="23728"/>
                </a:lnTo>
                <a:lnTo>
                  <a:pt x="491338" y="27317"/>
                </a:lnTo>
                <a:lnTo>
                  <a:pt x="496062" y="31112"/>
                </a:lnTo>
                <a:lnTo>
                  <a:pt x="500786" y="35101"/>
                </a:lnTo>
                <a:lnTo>
                  <a:pt x="505511" y="39274"/>
                </a:lnTo>
                <a:lnTo>
                  <a:pt x="510235" y="43616"/>
                </a:lnTo>
                <a:lnTo>
                  <a:pt x="514960" y="48115"/>
                </a:lnTo>
                <a:lnTo>
                  <a:pt x="519684" y="52759"/>
                </a:lnTo>
                <a:lnTo>
                  <a:pt x="524408" y="57534"/>
                </a:lnTo>
                <a:lnTo>
                  <a:pt x="529133" y="62426"/>
                </a:lnTo>
                <a:lnTo>
                  <a:pt x="533857" y="67421"/>
                </a:lnTo>
                <a:lnTo>
                  <a:pt x="538582" y="72508"/>
                </a:lnTo>
                <a:lnTo>
                  <a:pt x="543306" y="77671"/>
                </a:lnTo>
                <a:lnTo>
                  <a:pt x="548030" y="82898"/>
                </a:lnTo>
                <a:lnTo>
                  <a:pt x="552755" y="88175"/>
                </a:lnTo>
                <a:lnTo>
                  <a:pt x="557479" y="93489"/>
                </a:lnTo>
                <a:lnTo>
                  <a:pt x="562204" y="98828"/>
                </a:lnTo>
                <a:lnTo>
                  <a:pt x="566928" y="104179"/>
                </a:lnTo>
                <a:lnTo>
                  <a:pt x="571652" y="109530"/>
                </a:lnTo>
                <a:lnTo>
                  <a:pt x="576377" y="114869"/>
                </a:lnTo>
                <a:lnTo>
                  <a:pt x="581101" y="120186"/>
                </a:lnTo>
                <a:lnTo>
                  <a:pt x="585826" y="125469"/>
                </a:lnTo>
                <a:lnTo>
                  <a:pt x="590550" y="130707"/>
                </a:lnTo>
                <a:lnTo>
                  <a:pt x="595274" y="135893"/>
                </a:lnTo>
                <a:lnTo>
                  <a:pt x="599999" y="141015"/>
                </a:lnTo>
                <a:lnTo>
                  <a:pt x="604723" y="146065"/>
                </a:lnTo>
                <a:lnTo>
                  <a:pt x="609448" y="151036"/>
                </a:lnTo>
                <a:lnTo>
                  <a:pt x="614172" y="155920"/>
                </a:lnTo>
                <a:lnTo>
                  <a:pt x="618896" y="160709"/>
                </a:lnTo>
                <a:lnTo>
                  <a:pt x="623621" y="165399"/>
                </a:lnTo>
                <a:lnTo>
                  <a:pt x="628345" y="169982"/>
                </a:lnTo>
                <a:lnTo>
                  <a:pt x="633070" y="174455"/>
                </a:lnTo>
                <a:lnTo>
                  <a:pt x="637794" y="178812"/>
                </a:lnTo>
                <a:lnTo>
                  <a:pt x="642518" y="183049"/>
                </a:lnTo>
                <a:lnTo>
                  <a:pt x="647243" y="187164"/>
                </a:lnTo>
                <a:lnTo>
                  <a:pt x="651967" y="191154"/>
                </a:lnTo>
                <a:lnTo>
                  <a:pt x="656692" y="195016"/>
                </a:lnTo>
                <a:lnTo>
                  <a:pt x="661416" y="198749"/>
                </a:lnTo>
                <a:lnTo>
                  <a:pt x="666140" y="202351"/>
                </a:lnTo>
                <a:lnTo>
                  <a:pt x="670865" y="205823"/>
                </a:lnTo>
                <a:lnTo>
                  <a:pt x="675589" y="209163"/>
                </a:lnTo>
                <a:lnTo>
                  <a:pt x="680314" y="212372"/>
                </a:lnTo>
                <a:lnTo>
                  <a:pt x="685038" y="215451"/>
                </a:lnTo>
                <a:lnTo>
                  <a:pt x="689762" y="218400"/>
                </a:lnTo>
                <a:lnTo>
                  <a:pt x="694487" y="221222"/>
                </a:lnTo>
                <a:lnTo>
                  <a:pt x="699211" y="223917"/>
                </a:lnTo>
                <a:lnTo>
                  <a:pt x="703936" y="226488"/>
                </a:lnTo>
                <a:lnTo>
                  <a:pt x="708660" y="228937"/>
                </a:lnTo>
                <a:lnTo>
                  <a:pt x="713384" y="231266"/>
                </a:lnTo>
                <a:lnTo>
                  <a:pt x="718109" y="233479"/>
                </a:lnTo>
                <a:lnTo>
                  <a:pt x="722833" y="235579"/>
                </a:lnTo>
                <a:lnTo>
                  <a:pt x="727558" y="237567"/>
                </a:lnTo>
                <a:lnTo>
                  <a:pt x="732282" y="239448"/>
                </a:lnTo>
                <a:lnTo>
                  <a:pt x="737006" y="241226"/>
                </a:lnTo>
                <a:lnTo>
                  <a:pt x="741731" y="242903"/>
                </a:lnTo>
                <a:lnTo>
                  <a:pt x="746455" y="244483"/>
                </a:lnTo>
                <a:lnTo>
                  <a:pt x="751180" y="245969"/>
                </a:lnTo>
                <a:lnTo>
                  <a:pt x="755904" y="247367"/>
                </a:lnTo>
                <a:lnTo>
                  <a:pt x="760628" y="248678"/>
                </a:lnTo>
                <a:lnTo>
                  <a:pt x="765353" y="249907"/>
                </a:lnTo>
                <a:lnTo>
                  <a:pt x="770077" y="251057"/>
                </a:lnTo>
                <a:lnTo>
                  <a:pt x="774802" y="252132"/>
                </a:lnTo>
                <a:lnTo>
                  <a:pt x="779526" y="253136"/>
                </a:lnTo>
                <a:lnTo>
                  <a:pt x="784250" y="254072"/>
                </a:lnTo>
                <a:lnTo>
                  <a:pt x="788975" y="254944"/>
                </a:lnTo>
                <a:lnTo>
                  <a:pt x="793699" y="255755"/>
                </a:lnTo>
                <a:lnTo>
                  <a:pt x="798424" y="256508"/>
                </a:lnTo>
                <a:lnTo>
                  <a:pt x="803148" y="257206"/>
                </a:lnTo>
                <a:lnTo>
                  <a:pt x="807872" y="257853"/>
                </a:lnTo>
                <a:lnTo>
                  <a:pt x="812597" y="258452"/>
                </a:lnTo>
                <a:lnTo>
                  <a:pt x="817321" y="259005"/>
                </a:lnTo>
                <a:lnTo>
                  <a:pt x="822046" y="259516"/>
                </a:lnTo>
                <a:lnTo>
                  <a:pt x="826770" y="259987"/>
                </a:lnTo>
                <a:lnTo>
                  <a:pt x="831494" y="260420"/>
                </a:lnTo>
                <a:lnTo>
                  <a:pt x="836219" y="260819"/>
                </a:lnTo>
                <a:lnTo>
                  <a:pt x="840943" y="261185"/>
                </a:lnTo>
                <a:lnTo>
                  <a:pt x="845668" y="261521"/>
                </a:lnTo>
                <a:lnTo>
                  <a:pt x="850392" y="261828"/>
                </a:lnTo>
                <a:lnTo>
                  <a:pt x="855116" y="262110"/>
                </a:lnTo>
                <a:lnTo>
                  <a:pt x="859841" y="262367"/>
                </a:lnTo>
                <a:lnTo>
                  <a:pt x="864565" y="262601"/>
                </a:lnTo>
                <a:lnTo>
                  <a:pt x="869290" y="262815"/>
                </a:lnTo>
                <a:lnTo>
                  <a:pt x="874014" y="263010"/>
                </a:lnTo>
                <a:lnTo>
                  <a:pt x="878738" y="263187"/>
                </a:lnTo>
                <a:lnTo>
                  <a:pt x="883463" y="263348"/>
                </a:lnTo>
                <a:lnTo>
                  <a:pt x="888187" y="263494"/>
                </a:lnTo>
                <a:lnTo>
                  <a:pt x="892912" y="263626"/>
                </a:lnTo>
                <a:lnTo>
                  <a:pt x="897636" y="263746"/>
                </a:lnTo>
                <a:lnTo>
                  <a:pt x="902360" y="263854"/>
                </a:lnTo>
                <a:lnTo>
                  <a:pt x="907085" y="263952"/>
                </a:lnTo>
                <a:lnTo>
                  <a:pt x="911809" y="264040"/>
                </a:lnTo>
                <a:lnTo>
                  <a:pt x="916534" y="264119"/>
                </a:lnTo>
                <a:lnTo>
                  <a:pt x="921258" y="264190"/>
                </a:lnTo>
                <a:lnTo>
                  <a:pt x="925982" y="264254"/>
                </a:lnTo>
                <a:lnTo>
                  <a:pt x="930707" y="264312"/>
                </a:lnTo>
                <a:lnTo>
                  <a:pt x="935431" y="264363"/>
                </a:lnTo>
                <a:lnTo>
                  <a:pt x="940156" y="264409"/>
                </a:lnTo>
                <a:lnTo>
                  <a:pt x="944880" y="264451"/>
                </a:lnTo>
                <a:lnTo>
                  <a:pt x="949604" y="264488"/>
                </a:lnTo>
                <a:lnTo>
                  <a:pt x="954329" y="264520"/>
                </a:lnTo>
                <a:lnTo>
                  <a:pt x="959053" y="264550"/>
                </a:lnTo>
                <a:lnTo>
                  <a:pt x="963778" y="264576"/>
                </a:lnTo>
                <a:lnTo>
                  <a:pt x="968502" y="264599"/>
                </a:lnTo>
                <a:lnTo>
                  <a:pt x="973226" y="264619"/>
                </a:lnTo>
                <a:lnTo>
                  <a:pt x="977951" y="264638"/>
                </a:lnTo>
                <a:lnTo>
                  <a:pt x="982675" y="264654"/>
                </a:lnTo>
                <a:lnTo>
                  <a:pt x="987400" y="264668"/>
                </a:lnTo>
                <a:lnTo>
                  <a:pt x="992124" y="264681"/>
                </a:lnTo>
                <a:lnTo>
                  <a:pt x="996848" y="264692"/>
                </a:lnTo>
                <a:lnTo>
                  <a:pt x="1001573" y="264702"/>
                </a:lnTo>
                <a:lnTo>
                  <a:pt x="1006297" y="264710"/>
                </a:lnTo>
                <a:lnTo>
                  <a:pt x="1011022" y="264718"/>
                </a:lnTo>
                <a:lnTo>
                  <a:pt x="1015746" y="264724"/>
                </a:lnTo>
                <a:lnTo>
                  <a:pt x="1020470" y="264730"/>
                </a:lnTo>
                <a:lnTo>
                  <a:pt x="1025195" y="264735"/>
                </a:lnTo>
                <a:lnTo>
                  <a:pt x="1029919" y="264740"/>
                </a:lnTo>
                <a:lnTo>
                  <a:pt x="1034644" y="264744"/>
                </a:lnTo>
                <a:lnTo>
                  <a:pt x="1039368" y="264747"/>
                </a:lnTo>
                <a:lnTo>
                  <a:pt x="1044092" y="264750"/>
                </a:lnTo>
                <a:lnTo>
                  <a:pt x="1048817" y="264753"/>
                </a:lnTo>
                <a:lnTo>
                  <a:pt x="1053541" y="264755"/>
                </a:lnTo>
                <a:lnTo>
                  <a:pt x="1058266" y="264757"/>
                </a:lnTo>
                <a:lnTo>
                  <a:pt x="1062990" y="264759"/>
                </a:lnTo>
                <a:lnTo>
                  <a:pt x="1067714" y="264760"/>
                </a:lnTo>
                <a:lnTo>
                  <a:pt x="1072439" y="264762"/>
                </a:lnTo>
                <a:lnTo>
                  <a:pt x="1077163" y="264763"/>
                </a:lnTo>
                <a:lnTo>
                  <a:pt x="1081888" y="264764"/>
                </a:lnTo>
                <a:lnTo>
                  <a:pt x="1086612" y="264765"/>
                </a:lnTo>
                <a:lnTo>
                  <a:pt x="1091336" y="264765"/>
                </a:lnTo>
                <a:lnTo>
                  <a:pt x="1096061" y="264766"/>
                </a:lnTo>
                <a:lnTo>
                  <a:pt x="1100785" y="264766"/>
                </a:lnTo>
                <a:lnTo>
                  <a:pt x="1105510" y="264767"/>
                </a:lnTo>
                <a:lnTo>
                  <a:pt x="1110234" y="264767"/>
                </a:lnTo>
                <a:lnTo>
                  <a:pt x="1114958" y="264768"/>
                </a:lnTo>
                <a:lnTo>
                  <a:pt x="1119683" y="264768"/>
                </a:lnTo>
                <a:lnTo>
                  <a:pt x="1124407" y="264768"/>
                </a:lnTo>
                <a:lnTo>
                  <a:pt x="1129132" y="264768"/>
                </a:lnTo>
                <a:lnTo>
                  <a:pt x="1133856" y="264768"/>
                </a:lnTo>
              </a:path>
            </a:pathLst>
          </a:custGeom>
          <a:noFill/>
          <a:ln w="13970">
            <a:solidFill>
              <a:srgbClr val="7D85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993392" y="1157565"/>
            <a:ext cx="1133856" cy="264768"/>
          </a:xfrm>
          <a:custGeom>
            <a:avLst/>
            <a:gdLst/>
            <a:ahLst/>
            <a:cxnLst/>
            <a:rect l="l" t="t" r="r" b="b"/>
            <a:pathLst>
              <a:path w="1133856" h="264768">
                <a:moveTo>
                  <a:pt x="0" y="264768"/>
                </a:moveTo>
                <a:lnTo>
                  <a:pt x="4724" y="264768"/>
                </a:lnTo>
                <a:lnTo>
                  <a:pt x="9449" y="264768"/>
                </a:lnTo>
                <a:lnTo>
                  <a:pt x="14173" y="264768"/>
                </a:lnTo>
                <a:lnTo>
                  <a:pt x="18898" y="264768"/>
                </a:lnTo>
                <a:lnTo>
                  <a:pt x="23622" y="264767"/>
                </a:lnTo>
                <a:lnTo>
                  <a:pt x="28346" y="264767"/>
                </a:lnTo>
                <a:lnTo>
                  <a:pt x="33071" y="264766"/>
                </a:lnTo>
                <a:lnTo>
                  <a:pt x="37795" y="264766"/>
                </a:lnTo>
                <a:lnTo>
                  <a:pt x="42520" y="264765"/>
                </a:lnTo>
                <a:lnTo>
                  <a:pt x="47244" y="264765"/>
                </a:lnTo>
                <a:lnTo>
                  <a:pt x="51968" y="264764"/>
                </a:lnTo>
                <a:lnTo>
                  <a:pt x="56693" y="264763"/>
                </a:lnTo>
                <a:lnTo>
                  <a:pt x="61417" y="264762"/>
                </a:lnTo>
                <a:lnTo>
                  <a:pt x="66142" y="264760"/>
                </a:lnTo>
                <a:lnTo>
                  <a:pt x="70866" y="264759"/>
                </a:lnTo>
                <a:lnTo>
                  <a:pt x="75590" y="264757"/>
                </a:lnTo>
                <a:lnTo>
                  <a:pt x="80315" y="264755"/>
                </a:lnTo>
                <a:lnTo>
                  <a:pt x="85039" y="264753"/>
                </a:lnTo>
                <a:lnTo>
                  <a:pt x="89764" y="264750"/>
                </a:lnTo>
                <a:lnTo>
                  <a:pt x="94488" y="264747"/>
                </a:lnTo>
                <a:lnTo>
                  <a:pt x="99212" y="264744"/>
                </a:lnTo>
                <a:lnTo>
                  <a:pt x="103937" y="264740"/>
                </a:lnTo>
                <a:lnTo>
                  <a:pt x="108661" y="264735"/>
                </a:lnTo>
                <a:lnTo>
                  <a:pt x="113386" y="264730"/>
                </a:lnTo>
                <a:lnTo>
                  <a:pt x="118110" y="264724"/>
                </a:lnTo>
                <a:lnTo>
                  <a:pt x="122834" y="264718"/>
                </a:lnTo>
                <a:lnTo>
                  <a:pt x="127559" y="264710"/>
                </a:lnTo>
                <a:lnTo>
                  <a:pt x="132283" y="264702"/>
                </a:lnTo>
                <a:lnTo>
                  <a:pt x="137008" y="264692"/>
                </a:lnTo>
                <a:lnTo>
                  <a:pt x="141732" y="264681"/>
                </a:lnTo>
                <a:lnTo>
                  <a:pt x="146456" y="264668"/>
                </a:lnTo>
                <a:lnTo>
                  <a:pt x="151181" y="264654"/>
                </a:lnTo>
                <a:lnTo>
                  <a:pt x="155905" y="264638"/>
                </a:lnTo>
                <a:lnTo>
                  <a:pt x="160630" y="264619"/>
                </a:lnTo>
                <a:lnTo>
                  <a:pt x="165354" y="264599"/>
                </a:lnTo>
                <a:lnTo>
                  <a:pt x="170078" y="264576"/>
                </a:lnTo>
                <a:lnTo>
                  <a:pt x="174803" y="264550"/>
                </a:lnTo>
                <a:lnTo>
                  <a:pt x="179527" y="264520"/>
                </a:lnTo>
                <a:lnTo>
                  <a:pt x="184252" y="264488"/>
                </a:lnTo>
                <a:lnTo>
                  <a:pt x="188976" y="264451"/>
                </a:lnTo>
                <a:lnTo>
                  <a:pt x="193700" y="264409"/>
                </a:lnTo>
                <a:lnTo>
                  <a:pt x="198425" y="264363"/>
                </a:lnTo>
                <a:lnTo>
                  <a:pt x="203149" y="264312"/>
                </a:lnTo>
                <a:lnTo>
                  <a:pt x="207874" y="264254"/>
                </a:lnTo>
                <a:lnTo>
                  <a:pt x="212598" y="264190"/>
                </a:lnTo>
                <a:lnTo>
                  <a:pt x="217322" y="264119"/>
                </a:lnTo>
                <a:lnTo>
                  <a:pt x="222047" y="264040"/>
                </a:lnTo>
                <a:lnTo>
                  <a:pt x="226771" y="263952"/>
                </a:lnTo>
                <a:lnTo>
                  <a:pt x="231496" y="263854"/>
                </a:lnTo>
                <a:lnTo>
                  <a:pt x="236220" y="263746"/>
                </a:lnTo>
                <a:lnTo>
                  <a:pt x="240944" y="263626"/>
                </a:lnTo>
                <a:lnTo>
                  <a:pt x="245669" y="263494"/>
                </a:lnTo>
                <a:lnTo>
                  <a:pt x="250393" y="263348"/>
                </a:lnTo>
                <a:lnTo>
                  <a:pt x="255118" y="263187"/>
                </a:lnTo>
                <a:lnTo>
                  <a:pt x="259842" y="263010"/>
                </a:lnTo>
                <a:lnTo>
                  <a:pt x="264566" y="262815"/>
                </a:lnTo>
                <a:lnTo>
                  <a:pt x="269291" y="262601"/>
                </a:lnTo>
                <a:lnTo>
                  <a:pt x="274015" y="262367"/>
                </a:lnTo>
                <a:lnTo>
                  <a:pt x="278740" y="262110"/>
                </a:lnTo>
                <a:lnTo>
                  <a:pt x="283464" y="261828"/>
                </a:lnTo>
                <a:lnTo>
                  <a:pt x="288188" y="261521"/>
                </a:lnTo>
                <a:lnTo>
                  <a:pt x="292913" y="261185"/>
                </a:lnTo>
                <a:lnTo>
                  <a:pt x="297637" y="260819"/>
                </a:lnTo>
                <a:lnTo>
                  <a:pt x="302362" y="260420"/>
                </a:lnTo>
                <a:lnTo>
                  <a:pt x="307086" y="259987"/>
                </a:lnTo>
                <a:lnTo>
                  <a:pt x="311810" y="259516"/>
                </a:lnTo>
                <a:lnTo>
                  <a:pt x="316535" y="259005"/>
                </a:lnTo>
                <a:lnTo>
                  <a:pt x="321259" y="258452"/>
                </a:lnTo>
                <a:lnTo>
                  <a:pt x="325984" y="257853"/>
                </a:lnTo>
                <a:lnTo>
                  <a:pt x="330708" y="257206"/>
                </a:lnTo>
                <a:lnTo>
                  <a:pt x="335432" y="256508"/>
                </a:lnTo>
                <a:lnTo>
                  <a:pt x="340157" y="255755"/>
                </a:lnTo>
                <a:lnTo>
                  <a:pt x="344881" y="254944"/>
                </a:lnTo>
                <a:lnTo>
                  <a:pt x="349606" y="254072"/>
                </a:lnTo>
                <a:lnTo>
                  <a:pt x="354330" y="253136"/>
                </a:lnTo>
                <a:lnTo>
                  <a:pt x="359054" y="252132"/>
                </a:lnTo>
                <a:lnTo>
                  <a:pt x="363779" y="251057"/>
                </a:lnTo>
                <a:lnTo>
                  <a:pt x="368503" y="249907"/>
                </a:lnTo>
                <a:lnTo>
                  <a:pt x="373228" y="248678"/>
                </a:lnTo>
                <a:lnTo>
                  <a:pt x="377952" y="247367"/>
                </a:lnTo>
                <a:lnTo>
                  <a:pt x="382676" y="245969"/>
                </a:lnTo>
                <a:lnTo>
                  <a:pt x="387401" y="244483"/>
                </a:lnTo>
                <a:lnTo>
                  <a:pt x="392125" y="242903"/>
                </a:lnTo>
                <a:lnTo>
                  <a:pt x="396850" y="241226"/>
                </a:lnTo>
                <a:lnTo>
                  <a:pt x="401574" y="239448"/>
                </a:lnTo>
                <a:lnTo>
                  <a:pt x="406298" y="237567"/>
                </a:lnTo>
                <a:lnTo>
                  <a:pt x="411023" y="235579"/>
                </a:lnTo>
                <a:lnTo>
                  <a:pt x="415747" y="233479"/>
                </a:lnTo>
                <a:lnTo>
                  <a:pt x="420472" y="231266"/>
                </a:lnTo>
                <a:lnTo>
                  <a:pt x="425196" y="228937"/>
                </a:lnTo>
                <a:lnTo>
                  <a:pt x="429920" y="226488"/>
                </a:lnTo>
                <a:lnTo>
                  <a:pt x="434645" y="223917"/>
                </a:lnTo>
                <a:lnTo>
                  <a:pt x="439369" y="221222"/>
                </a:lnTo>
                <a:lnTo>
                  <a:pt x="444094" y="218400"/>
                </a:lnTo>
                <a:lnTo>
                  <a:pt x="448818" y="215451"/>
                </a:lnTo>
                <a:lnTo>
                  <a:pt x="453542" y="212372"/>
                </a:lnTo>
                <a:lnTo>
                  <a:pt x="458267" y="209163"/>
                </a:lnTo>
                <a:lnTo>
                  <a:pt x="462991" y="205823"/>
                </a:lnTo>
                <a:lnTo>
                  <a:pt x="467716" y="202351"/>
                </a:lnTo>
                <a:lnTo>
                  <a:pt x="472440" y="198749"/>
                </a:lnTo>
                <a:lnTo>
                  <a:pt x="477164" y="195016"/>
                </a:lnTo>
                <a:lnTo>
                  <a:pt x="481889" y="191154"/>
                </a:lnTo>
                <a:lnTo>
                  <a:pt x="486613" y="187164"/>
                </a:lnTo>
                <a:lnTo>
                  <a:pt x="491338" y="183049"/>
                </a:lnTo>
                <a:lnTo>
                  <a:pt x="496062" y="178812"/>
                </a:lnTo>
                <a:lnTo>
                  <a:pt x="500786" y="174455"/>
                </a:lnTo>
                <a:lnTo>
                  <a:pt x="505511" y="169982"/>
                </a:lnTo>
                <a:lnTo>
                  <a:pt x="510235" y="165399"/>
                </a:lnTo>
                <a:lnTo>
                  <a:pt x="514960" y="160709"/>
                </a:lnTo>
                <a:lnTo>
                  <a:pt x="519684" y="155920"/>
                </a:lnTo>
                <a:lnTo>
                  <a:pt x="524408" y="151036"/>
                </a:lnTo>
                <a:lnTo>
                  <a:pt x="529133" y="146065"/>
                </a:lnTo>
                <a:lnTo>
                  <a:pt x="533857" y="141015"/>
                </a:lnTo>
                <a:lnTo>
                  <a:pt x="538582" y="135893"/>
                </a:lnTo>
                <a:lnTo>
                  <a:pt x="543306" y="130707"/>
                </a:lnTo>
                <a:lnTo>
                  <a:pt x="548030" y="125469"/>
                </a:lnTo>
                <a:lnTo>
                  <a:pt x="552755" y="120186"/>
                </a:lnTo>
                <a:lnTo>
                  <a:pt x="557479" y="114869"/>
                </a:lnTo>
                <a:lnTo>
                  <a:pt x="562204" y="109530"/>
                </a:lnTo>
                <a:lnTo>
                  <a:pt x="566928" y="104179"/>
                </a:lnTo>
                <a:lnTo>
                  <a:pt x="571652" y="98828"/>
                </a:lnTo>
                <a:lnTo>
                  <a:pt x="576377" y="93489"/>
                </a:lnTo>
                <a:lnTo>
                  <a:pt x="581101" y="88175"/>
                </a:lnTo>
                <a:lnTo>
                  <a:pt x="585826" y="82898"/>
                </a:lnTo>
                <a:lnTo>
                  <a:pt x="590550" y="77671"/>
                </a:lnTo>
                <a:lnTo>
                  <a:pt x="595274" y="72508"/>
                </a:lnTo>
                <a:lnTo>
                  <a:pt x="599999" y="67421"/>
                </a:lnTo>
                <a:lnTo>
                  <a:pt x="604723" y="62426"/>
                </a:lnTo>
                <a:lnTo>
                  <a:pt x="609448" y="57534"/>
                </a:lnTo>
                <a:lnTo>
                  <a:pt x="614172" y="52759"/>
                </a:lnTo>
                <a:lnTo>
                  <a:pt x="618896" y="48115"/>
                </a:lnTo>
                <a:lnTo>
                  <a:pt x="623621" y="43616"/>
                </a:lnTo>
                <a:lnTo>
                  <a:pt x="628345" y="39274"/>
                </a:lnTo>
                <a:lnTo>
                  <a:pt x="633070" y="35101"/>
                </a:lnTo>
                <a:lnTo>
                  <a:pt x="637794" y="31112"/>
                </a:lnTo>
                <a:lnTo>
                  <a:pt x="642518" y="27317"/>
                </a:lnTo>
                <a:lnTo>
                  <a:pt x="647243" y="23728"/>
                </a:lnTo>
                <a:lnTo>
                  <a:pt x="651967" y="20357"/>
                </a:lnTo>
                <a:lnTo>
                  <a:pt x="656692" y="17214"/>
                </a:lnTo>
                <a:lnTo>
                  <a:pt x="661416" y="14309"/>
                </a:lnTo>
                <a:lnTo>
                  <a:pt x="666140" y="11651"/>
                </a:lnTo>
                <a:lnTo>
                  <a:pt x="670865" y="9249"/>
                </a:lnTo>
                <a:lnTo>
                  <a:pt x="675589" y="7111"/>
                </a:lnTo>
                <a:lnTo>
                  <a:pt x="680314" y="5243"/>
                </a:lnTo>
                <a:lnTo>
                  <a:pt x="685038" y="3652"/>
                </a:lnTo>
                <a:lnTo>
                  <a:pt x="689762" y="2344"/>
                </a:lnTo>
                <a:lnTo>
                  <a:pt x="694487" y="1321"/>
                </a:lnTo>
                <a:lnTo>
                  <a:pt x="699211" y="588"/>
                </a:lnTo>
                <a:lnTo>
                  <a:pt x="703936" y="148"/>
                </a:lnTo>
                <a:lnTo>
                  <a:pt x="708660" y="0"/>
                </a:lnTo>
                <a:lnTo>
                  <a:pt x="713384" y="148"/>
                </a:lnTo>
                <a:lnTo>
                  <a:pt x="718109" y="588"/>
                </a:lnTo>
                <a:lnTo>
                  <a:pt x="722833" y="1321"/>
                </a:lnTo>
                <a:lnTo>
                  <a:pt x="727558" y="2344"/>
                </a:lnTo>
                <a:lnTo>
                  <a:pt x="732282" y="3652"/>
                </a:lnTo>
                <a:lnTo>
                  <a:pt x="737006" y="5243"/>
                </a:lnTo>
                <a:lnTo>
                  <a:pt x="741731" y="7111"/>
                </a:lnTo>
                <a:lnTo>
                  <a:pt x="746455" y="9249"/>
                </a:lnTo>
                <a:lnTo>
                  <a:pt x="751180" y="11651"/>
                </a:lnTo>
                <a:lnTo>
                  <a:pt x="755904" y="14309"/>
                </a:lnTo>
                <a:lnTo>
                  <a:pt x="760628" y="17214"/>
                </a:lnTo>
                <a:lnTo>
                  <a:pt x="765353" y="20357"/>
                </a:lnTo>
                <a:lnTo>
                  <a:pt x="770077" y="23728"/>
                </a:lnTo>
                <a:lnTo>
                  <a:pt x="774802" y="27317"/>
                </a:lnTo>
                <a:lnTo>
                  <a:pt x="779526" y="31112"/>
                </a:lnTo>
                <a:lnTo>
                  <a:pt x="784250" y="35101"/>
                </a:lnTo>
                <a:lnTo>
                  <a:pt x="788975" y="39274"/>
                </a:lnTo>
                <a:lnTo>
                  <a:pt x="793699" y="43616"/>
                </a:lnTo>
                <a:lnTo>
                  <a:pt x="798424" y="48115"/>
                </a:lnTo>
                <a:lnTo>
                  <a:pt x="803148" y="52759"/>
                </a:lnTo>
                <a:lnTo>
                  <a:pt x="807872" y="57534"/>
                </a:lnTo>
                <a:lnTo>
                  <a:pt x="812597" y="62426"/>
                </a:lnTo>
                <a:lnTo>
                  <a:pt x="817321" y="67421"/>
                </a:lnTo>
                <a:lnTo>
                  <a:pt x="822046" y="72508"/>
                </a:lnTo>
                <a:lnTo>
                  <a:pt x="826770" y="77671"/>
                </a:lnTo>
                <a:lnTo>
                  <a:pt x="831494" y="82898"/>
                </a:lnTo>
                <a:lnTo>
                  <a:pt x="836219" y="88175"/>
                </a:lnTo>
                <a:lnTo>
                  <a:pt x="840943" y="93489"/>
                </a:lnTo>
                <a:lnTo>
                  <a:pt x="845668" y="98828"/>
                </a:lnTo>
                <a:lnTo>
                  <a:pt x="850392" y="104179"/>
                </a:lnTo>
                <a:lnTo>
                  <a:pt x="855116" y="109530"/>
                </a:lnTo>
                <a:lnTo>
                  <a:pt x="859841" y="114869"/>
                </a:lnTo>
                <a:lnTo>
                  <a:pt x="864565" y="120186"/>
                </a:lnTo>
                <a:lnTo>
                  <a:pt x="869290" y="125469"/>
                </a:lnTo>
                <a:lnTo>
                  <a:pt x="874014" y="130707"/>
                </a:lnTo>
                <a:lnTo>
                  <a:pt x="878738" y="135893"/>
                </a:lnTo>
                <a:lnTo>
                  <a:pt x="883463" y="141015"/>
                </a:lnTo>
                <a:lnTo>
                  <a:pt x="888187" y="146065"/>
                </a:lnTo>
                <a:lnTo>
                  <a:pt x="892912" y="151036"/>
                </a:lnTo>
                <a:lnTo>
                  <a:pt x="897636" y="155920"/>
                </a:lnTo>
                <a:lnTo>
                  <a:pt x="902360" y="160709"/>
                </a:lnTo>
                <a:lnTo>
                  <a:pt x="907085" y="165399"/>
                </a:lnTo>
                <a:lnTo>
                  <a:pt x="911809" y="169982"/>
                </a:lnTo>
                <a:lnTo>
                  <a:pt x="916534" y="174455"/>
                </a:lnTo>
                <a:lnTo>
                  <a:pt x="921258" y="178812"/>
                </a:lnTo>
                <a:lnTo>
                  <a:pt x="925982" y="183049"/>
                </a:lnTo>
                <a:lnTo>
                  <a:pt x="930707" y="187164"/>
                </a:lnTo>
                <a:lnTo>
                  <a:pt x="935431" y="191154"/>
                </a:lnTo>
                <a:lnTo>
                  <a:pt x="940156" y="195016"/>
                </a:lnTo>
                <a:lnTo>
                  <a:pt x="944880" y="198749"/>
                </a:lnTo>
                <a:lnTo>
                  <a:pt x="949604" y="202351"/>
                </a:lnTo>
                <a:lnTo>
                  <a:pt x="954329" y="205823"/>
                </a:lnTo>
                <a:lnTo>
                  <a:pt x="959053" y="209163"/>
                </a:lnTo>
                <a:lnTo>
                  <a:pt x="963778" y="212372"/>
                </a:lnTo>
                <a:lnTo>
                  <a:pt x="968502" y="215451"/>
                </a:lnTo>
                <a:lnTo>
                  <a:pt x="973226" y="218400"/>
                </a:lnTo>
                <a:lnTo>
                  <a:pt x="977951" y="221222"/>
                </a:lnTo>
                <a:lnTo>
                  <a:pt x="982675" y="223917"/>
                </a:lnTo>
                <a:lnTo>
                  <a:pt x="987400" y="226488"/>
                </a:lnTo>
                <a:lnTo>
                  <a:pt x="992124" y="228937"/>
                </a:lnTo>
                <a:lnTo>
                  <a:pt x="996848" y="231266"/>
                </a:lnTo>
                <a:lnTo>
                  <a:pt x="1001573" y="233479"/>
                </a:lnTo>
                <a:lnTo>
                  <a:pt x="1006297" y="235579"/>
                </a:lnTo>
                <a:lnTo>
                  <a:pt x="1011022" y="237567"/>
                </a:lnTo>
                <a:lnTo>
                  <a:pt x="1015746" y="239448"/>
                </a:lnTo>
                <a:lnTo>
                  <a:pt x="1020470" y="241226"/>
                </a:lnTo>
                <a:lnTo>
                  <a:pt x="1025195" y="242903"/>
                </a:lnTo>
                <a:lnTo>
                  <a:pt x="1029919" y="244483"/>
                </a:lnTo>
                <a:lnTo>
                  <a:pt x="1034644" y="245969"/>
                </a:lnTo>
                <a:lnTo>
                  <a:pt x="1039368" y="247367"/>
                </a:lnTo>
                <a:lnTo>
                  <a:pt x="1044092" y="248678"/>
                </a:lnTo>
                <a:lnTo>
                  <a:pt x="1048817" y="249907"/>
                </a:lnTo>
                <a:lnTo>
                  <a:pt x="1053541" y="251057"/>
                </a:lnTo>
                <a:lnTo>
                  <a:pt x="1058266" y="252132"/>
                </a:lnTo>
                <a:lnTo>
                  <a:pt x="1062990" y="253136"/>
                </a:lnTo>
                <a:lnTo>
                  <a:pt x="1067714" y="254072"/>
                </a:lnTo>
                <a:lnTo>
                  <a:pt x="1072439" y="254944"/>
                </a:lnTo>
                <a:lnTo>
                  <a:pt x="1077163" y="255755"/>
                </a:lnTo>
                <a:lnTo>
                  <a:pt x="1081888" y="256508"/>
                </a:lnTo>
                <a:lnTo>
                  <a:pt x="1086612" y="257206"/>
                </a:lnTo>
                <a:lnTo>
                  <a:pt x="1091336" y="257853"/>
                </a:lnTo>
                <a:lnTo>
                  <a:pt x="1096061" y="258452"/>
                </a:lnTo>
                <a:lnTo>
                  <a:pt x="1100785" y="259005"/>
                </a:lnTo>
                <a:lnTo>
                  <a:pt x="1105510" y="259516"/>
                </a:lnTo>
                <a:lnTo>
                  <a:pt x="1110234" y="259987"/>
                </a:lnTo>
                <a:lnTo>
                  <a:pt x="1114958" y="260420"/>
                </a:lnTo>
                <a:lnTo>
                  <a:pt x="1119683" y="260819"/>
                </a:lnTo>
                <a:lnTo>
                  <a:pt x="1124407" y="261185"/>
                </a:lnTo>
                <a:lnTo>
                  <a:pt x="1129132" y="261521"/>
                </a:lnTo>
                <a:lnTo>
                  <a:pt x="1133856" y="261828"/>
                </a:lnTo>
              </a:path>
            </a:pathLst>
          </a:custGeom>
          <a:noFill/>
          <a:ln w="13970">
            <a:solidFill>
              <a:srgbClr val="0072B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993392" y="1422334"/>
            <a:ext cx="1133856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cxnSp>
        <p:nvCxnSpPr>
          <p:cNvPr id="65" name="Connector 64"/>
          <p:cNvCxnSpPr/>
          <p:nvPr/>
        </p:nvCxnSpPr>
        <p:spPr>
          <a:xfrm flipV="1">
            <a:off x="2380700" y="1140272"/>
            <a:ext cx="0" cy="282062"/>
          </a:xfrm>
          <a:prstGeom prst="line">
            <a:avLst/>
          </a:prstGeom>
          <a:ln w="16510">
            <a:solidFill>
              <a:srgbClr val="D55E00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2330408" y="1415527"/>
            <a:ext cx="10058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D55E00"/>
                </a:solidFill>
                <a:latin typeface="Times New Roman"/>
              </a:rPr>
              <a:t>c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418588" y="1115715"/>
            <a:ext cx="283464" cy="0"/>
          </a:xfrm>
          <a:prstGeom prst="line">
            <a:avLst/>
          </a:prstGeom>
          <a:ln w="8890">
            <a:solidFill>
              <a:srgbClr val="1A1A1A"/>
            </a:solidFill>
            <a:headEnd type="triangle" w="sm" len="sm"/>
            <a:tailEnd type="triangle" w="sm" len="sm"/>
          </a:ln>
        </p:spPr>
      </p:cxnSp>
      <p:sp>
        <p:nvSpPr>
          <p:cNvPr id="68" name="TextBox 67"/>
          <p:cNvSpPr txBox="1"/>
          <p:nvPr/>
        </p:nvSpPr>
        <p:spPr>
          <a:xfrm>
            <a:off x="2496312" y="997130"/>
            <a:ext cx="12801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1A1A1A"/>
                </a:solidFill>
                <a:latin typeface="Times New Roman"/>
              </a:rPr>
              <a:t>d</a:t>
            </a:r>
            <a:r>
              <a:rPr sz="800" b="0" i="0">
                <a:solidFill>
                  <a:srgbClr val="1A1A1A"/>
                </a:solidFill>
                <a:latin typeface="Times New Roman"/>
              </a:rPr>
              <a:t>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46120" y="1056132"/>
            <a:ext cx="713232" cy="109728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 w="7620">
            <a:solidFill>
              <a:srgbClr val="1A1A1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285553" y="1051465"/>
            <a:ext cx="634365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Times New Roman"/>
              </a:rPr>
              <a:t>Accuracy 0.69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6120" y="1193197"/>
            <a:ext cx="68351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1A1A1A"/>
                </a:solidFill>
                <a:latin typeface="Times New Roman"/>
              </a:rPr>
              <a:t>H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0.99   </a:t>
            </a:r>
            <a:r>
              <a:rPr sz="750" b="0" i="0">
                <a:solidFill>
                  <a:srgbClr val="D55E00"/>
                </a:solidFill>
                <a:latin typeface="Times New Roman"/>
              </a:rPr>
              <a:t>FA 0.61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6120" y="1293781"/>
            <a:ext cx="626364" cy="119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1A1A1A"/>
                </a:solidFill>
                <a:latin typeface="Times New Roman"/>
              </a:rPr>
              <a:t>d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′ 2.0   </a:t>
            </a:r>
            <a:r>
              <a:rPr sz="750" b="0" i="1">
                <a:solidFill>
                  <a:srgbClr val="1A1A1A"/>
                </a:solidFill>
                <a:latin typeface="Times New Roman"/>
              </a:rPr>
              <a:t>c</a:t>
            </a:r>
            <a:r>
              <a:rPr sz="750" b="0" i="0">
                <a:solidFill>
                  <a:srgbClr val="1A1A1A"/>
                </a:solidFill>
                <a:latin typeface="Times New Roman"/>
              </a:rPr>
              <a:t> −1.27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64233" y="1585786"/>
            <a:ext cx="1392174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Evidence that the object is present 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41648" y="-8033"/>
            <a:ext cx="705231" cy="1349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Times New Roman"/>
              </a:rPr>
              <a:t>(c)</a:t>
            </a:r>
            <a:r>
              <a:rPr sz="850" b="0" i="0">
                <a:solidFill>
                  <a:srgbClr val="1A1A1A"/>
                </a:solidFill>
                <a:latin typeface="Times New Roman"/>
              </a:rPr>
              <a:t> Over stages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1648" y="136461"/>
            <a:ext cx="779526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068"/>
                </a:solidFill>
                <a:latin typeface="Times New Roman"/>
              </a:rPr>
              <a:t>Accuracy 0.86–0.87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1648" y="232473"/>
            <a:ext cx="546354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068"/>
                </a:solidFill>
                <a:latin typeface="Times New Roman"/>
              </a:rPr>
              <a:t>at every stage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4352544" y="420624"/>
            <a:ext cx="0" cy="1014984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cxnSp>
        <p:nvCxnSpPr>
          <p:cNvPr id="78" name="Connector 77"/>
          <p:cNvCxnSpPr/>
          <p:nvPr/>
        </p:nvCxnSpPr>
        <p:spPr>
          <a:xfrm>
            <a:off x="4352544" y="1435608"/>
            <a:ext cx="493776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cxnSp>
        <p:nvCxnSpPr>
          <p:cNvPr id="79" name="Connector 78"/>
          <p:cNvCxnSpPr/>
          <p:nvPr/>
        </p:nvCxnSpPr>
        <p:spPr>
          <a:xfrm>
            <a:off x="4325112" y="529372"/>
            <a:ext cx="27432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4144518" y="473810"/>
            <a:ext cx="166878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Times New Roman"/>
              </a:rPr>
              <a:t>0.0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325112" y="891867"/>
            <a:ext cx="27432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4094226" y="836304"/>
            <a:ext cx="21717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Times New Roman"/>
              </a:rPr>
              <a:t>−0.2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325112" y="1254361"/>
            <a:ext cx="27432" cy="0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4094226" y="1198798"/>
            <a:ext cx="217170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Times New Roman"/>
              </a:rPr>
              <a:t>−0.4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352544" y="529372"/>
            <a:ext cx="493776" cy="0"/>
          </a:xfrm>
          <a:prstGeom prst="line">
            <a:avLst/>
          </a:prstGeom>
          <a:ln w="7620">
            <a:solidFill>
              <a:srgbClr val="C9CED6"/>
            </a:solidFill>
            <a:prstDash val="dash"/>
          </a:ln>
        </p:spPr>
      </p:cxnSp>
      <p:cxnSp>
        <p:nvCxnSpPr>
          <p:cNvPr id="86" name="Connector 85"/>
          <p:cNvCxnSpPr/>
          <p:nvPr/>
        </p:nvCxnSpPr>
        <p:spPr>
          <a:xfrm>
            <a:off x="4352544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4302824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434840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4385119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517136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4467415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2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599432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4549711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3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681728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4632008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4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764024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4714304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5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846320" y="1435608"/>
            <a:ext cx="0" cy="27432"/>
          </a:xfrm>
          <a:prstGeom prst="line">
            <a:avLst/>
          </a:prstGeom>
          <a:ln w="7620">
            <a:solidFill>
              <a:srgbClr val="1A1A1A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4796600" y="1462342"/>
            <a:ext cx="99441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Times New Roman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73130" y="1585786"/>
            <a:ext cx="252603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Stage</a:t>
            </a:r>
          </a:p>
        </p:txBody>
      </p:sp>
      <p:sp>
        <p:nvSpPr>
          <p:cNvPr id="101" name="TextBox 100"/>
          <p:cNvSpPr txBox="1"/>
          <p:nvPr/>
        </p:nvSpPr>
        <p:spPr>
          <a:xfrm rot="16200000">
            <a:off x="3639884" y="872554"/>
            <a:ext cx="904113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A6068"/>
                </a:solidFill>
                <a:latin typeface="Times New Roman"/>
              </a:rPr>
              <a:t>Change from base (SD)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352544" y="529372"/>
            <a:ext cx="493776" cy="221303"/>
          </a:xfrm>
          <a:custGeom>
            <a:avLst/>
            <a:gdLst/>
            <a:ahLst/>
            <a:cxnLst/>
            <a:rect l="l" t="t" r="r" b="b"/>
            <a:pathLst>
              <a:path w="493776" h="221303">
                <a:moveTo>
                  <a:pt x="0" y="0"/>
                </a:moveTo>
                <a:lnTo>
                  <a:pt x="82296" y="221303"/>
                </a:lnTo>
                <a:lnTo>
                  <a:pt x="164592" y="160767"/>
                </a:lnTo>
                <a:lnTo>
                  <a:pt x="246888" y="176354"/>
                </a:lnTo>
                <a:lnTo>
                  <a:pt x="329184" y="197378"/>
                </a:lnTo>
                <a:lnTo>
                  <a:pt x="411480" y="50387"/>
                </a:lnTo>
                <a:lnTo>
                  <a:pt x="493776" y="172185"/>
                </a:lnTo>
              </a:path>
            </a:pathLst>
          </a:custGeom>
          <a:noFill/>
          <a:ln w="15240">
            <a:solidFill>
              <a:srgbClr val="0072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336542" y="513370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418838" y="734673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501134" y="674137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583430" y="689724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665726" y="710748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748022" y="563757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30318" y="685555"/>
            <a:ext cx="32004" cy="32004"/>
          </a:xfrm>
          <a:prstGeom prst="ellipse">
            <a:avLst/>
          </a:prstGeom>
          <a:solidFill>
            <a:srgbClr val="0072B2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4352544" y="529372"/>
            <a:ext cx="493776" cy="729520"/>
          </a:xfrm>
          <a:custGeom>
            <a:avLst/>
            <a:gdLst/>
            <a:ahLst/>
            <a:cxnLst/>
            <a:rect l="l" t="t" r="r" b="b"/>
            <a:pathLst>
              <a:path w="493776" h="729520">
                <a:moveTo>
                  <a:pt x="0" y="0"/>
                </a:moveTo>
                <a:lnTo>
                  <a:pt x="82296" y="726076"/>
                </a:lnTo>
                <a:lnTo>
                  <a:pt x="164592" y="290539"/>
                </a:lnTo>
                <a:lnTo>
                  <a:pt x="246888" y="484655"/>
                </a:lnTo>
                <a:lnTo>
                  <a:pt x="329184" y="460187"/>
                </a:lnTo>
                <a:lnTo>
                  <a:pt x="411480" y="273683"/>
                </a:lnTo>
                <a:lnTo>
                  <a:pt x="493776" y="729520"/>
                </a:lnTo>
              </a:path>
            </a:pathLst>
          </a:custGeom>
          <a:noFill/>
          <a:ln w="15240">
            <a:solidFill>
              <a:srgbClr val="D55E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36542" y="513370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418838" y="1239446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501134" y="803909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83430" y="998025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665726" y="973557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748022" y="787053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830318" y="1242890"/>
            <a:ext cx="32004" cy="32004"/>
          </a:xfrm>
          <a:prstGeom prst="ellipse">
            <a:avLst/>
          </a:prstGeom>
          <a:solidFill>
            <a:srgbClr val="D55E00"/>
          </a:solidFill>
          <a:ln w="50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92040" y="1195392"/>
            <a:ext cx="10058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D55E00"/>
                </a:solidFill>
                <a:latin typeface="Times New Roman"/>
              </a:rPr>
              <a:t>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92040" y="638057"/>
            <a:ext cx="12801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0072B2"/>
                </a:solidFill>
                <a:latin typeface="Times New Roman"/>
              </a:rPr>
              <a:t>d</a:t>
            </a:r>
            <a:r>
              <a:rPr sz="800" b="0" i="0">
                <a:solidFill>
                  <a:srgbClr val="0072B2"/>
                </a:solidFill>
                <a:latin typeface="Times New Roman"/>
              </a:rPr>
              <a:t>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